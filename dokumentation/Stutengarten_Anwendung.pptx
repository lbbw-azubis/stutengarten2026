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4" r:id="rId4"/>
    <p:sldId id="281" r:id="rId5"/>
    <p:sldId id="282" r:id="rId6"/>
    <p:sldId id="265" r:id="rId7"/>
    <p:sldId id="267" r:id="rId8"/>
    <p:sldId id="278" r:id="rId9"/>
    <p:sldId id="268" r:id="rId10"/>
    <p:sldId id="279" r:id="rId11"/>
    <p:sldId id="269" r:id="rId12"/>
    <p:sldId id="280" r:id="rId13"/>
    <p:sldId id="270" r:id="rId14"/>
    <p:sldId id="271" r:id="rId15"/>
    <p:sldId id="272" r:id="rId16"/>
    <p:sldId id="273" r:id="rId17"/>
    <p:sldId id="274" r:id="rId18"/>
    <p:sldId id="277" r:id="rId19"/>
    <p:sldId id="275" r:id="rId20"/>
    <p:sldId id="276" r:id="rId21"/>
    <p:sldId id="284" r:id="rId22"/>
    <p:sldId id="285" r:id="rId23"/>
    <p:sldId id="286" r:id="rId24"/>
    <p:sldId id="283" r:id="rId25"/>
    <p:sldId id="287" r:id="rId26"/>
    <p:sldId id="262" r:id="rId27"/>
    <p:sldId id="256" r:id="rId28"/>
    <p:sldId id="258" r:id="rId29"/>
    <p:sldId id="261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B020533-ABD8-4D90-924F-FFB801BA3878}">
          <p14:sldIdLst>
            <p14:sldId id="257"/>
            <p14:sldId id="263"/>
            <p14:sldId id="264"/>
          </p14:sldIdLst>
        </p14:section>
        <p14:section name="Neune Kunden erstellen" id="{8CED2134-73C3-4A0B-A961-0CA7EF0922EE}">
          <p14:sldIdLst>
            <p14:sldId id="281"/>
            <p14:sldId id="282"/>
          </p14:sldIdLst>
        </p14:section>
        <p14:section name="Kontostand anschauen" id="{BA2162A4-81A2-448F-A13A-3739831DA340}">
          <p14:sldIdLst>
            <p14:sldId id="265"/>
          </p14:sldIdLst>
        </p14:section>
        <p14:section name="Einzahlung" id="{0E3D1011-983B-4D60-BECA-88EA0AF6F26D}">
          <p14:sldIdLst>
            <p14:sldId id="267"/>
            <p14:sldId id="278"/>
          </p14:sldIdLst>
        </p14:section>
        <p14:section name="Auszahlung" id="{D64B223C-F3D9-48E0-A028-8671C7D7A5DC}">
          <p14:sldIdLst>
            <p14:sldId id="268"/>
            <p14:sldId id="279"/>
          </p14:sldIdLst>
        </p14:section>
        <p14:section name="Überweisung" id="{3490E5D1-B31E-4A2E-9954-9FB3F0641B15}">
          <p14:sldIdLst>
            <p14:sldId id="269"/>
            <p14:sldId id="280"/>
          </p14:sldIdLst>
        </p14:section>
        <p14:section name="Aktien" id="{B01E3BE0-36D5-4A97-A1E4-CE82FD2EC0B8}">
          <p14:sldIdLst>
            <p14:sldId id="270"/>
            <p14:sldId id="271"/>
            <p14:sldId id="272"/>
            <p14:sldId id="273"/>
          </p14:sldIdLst>
        </p14:section>
        <p14:section name="Hacker Angriff" id="{211B82FB-B043-4D74-8D09-0EE30160F03C}">
          <p14:sldIdLst>
            <p14:sldId id="274"/>
            <p14:sldId id="277"/>
          </p14:sldIdLst>
        </p14:section>
        <p14:section name="Leaderboard" id="{7D4BDE99-1B2A-4DC7-88F6-DA50C2B67039}">
          <p14:sldIdLst>
            <p14:sldId id="275"/>
          </p14:sldIdLst>
        </p14:section>
        <p14:section name="Spiel" id="{90827FA2-9CE1-45CD-95EB-71C7FACE69E4}">
          <p14:sldIdLst>
            <p14:sldId id="276"/>
          </p14:sldIdLst>
        </p14:section>
        <p14:section name="Betreuer" id="{94EA373E-5902-402A-9EDE-1CBEA0B5C0B6}">
          <p14:sldIdLst>
            <p14:sldId id="284"/>
            <p14:sldId id="285"/>
            <p14:sldId id="286"/>
            <p14:sldId id="283"/>
            <p14:sldId id="287"/>
          </p14:sldIdLst>
        </p14:section>
        <p14:section name="Beenden" id="{91E907F2-C0A8-4DF5-91FC-63CB9D7EBF74}">
          <p14:sldIdLst>
            <p14:sldId id="262"/>
          </p14:sldIdLst>
        </p14:section>
        <p14:section name="Sonstiges" id="{494B16B5-B3B3-4AB6-9EFA-110C2004E83E}">
          <p14:sldIdLst>
            <p14:sldId id="256"/>
            <p14:sldId id="258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250"/>
    <a:srgbClr val="C3AAD2"/>
    <a:srgbClr val="19AAD2"/>
    <a:srgbClr val="FFD719"/>
    <a:srgbClr val="F0825A"/>
    <a:srgbClr val="37C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2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B55DF-147B-4CF6-9D7E-F846C299F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BA01CA-66CD-4031-A588-3DF9DA550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865A20-95BB-4F97-B24A-08D0E098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9461D1-4D9D-4FDF-BCAB-87497F93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9D02-ADCF-4C37-8C2C-D16999E10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36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826FC-4A0B-4976-A0C5-E9429E6B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24485C-EA90-4AFA-BF37-DED31346D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AB88DA-8F68-46A6-97EA-AE5C7FA5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5EBAB-92B4-4B35-AAF4-6EEE9586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59201C-0AD6-464F-9E65-5396625F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355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AEEFB-EBD9-4383-8A40-FA3BCA71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9DD6B1-F1E2-4B28-AEEB-D346F969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2754D8-AD85-4628-BD28-965E5A1A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C03D95-4113-41A8-8A7B-BE90B954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718CE7-724B-4C17-B5A0-4432AE79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07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1F1D23-2B92-4F58-A3C6-62D075E21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AE2396-AA80-486E-9D7A-2032885C8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8FD9A6-D5B9-421B-BD1E-E39F850A3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C7FCD2-3D90-4E2A-8B1D-6197D49F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5BFD30-1B81-4903-B7A2-28FFA4E0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D459FA-8249-4063-908A-4DD3CE61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3739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24F62-3D68-4235-AFDB-CF77C64D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7AC302-C703-4C75-85EA-52A586C25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9D9B5E-BD37-4229-AA26-FB86B220E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8613D3-061A-4798-AD2E-690EE25B2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A80CFF-CEC7-4A3B-9A92-4E69AEACB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4F519A-EC98-4A85-9D40-FD9B0EE5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A46EE0-15FC-4350-884D-004B06E1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5683C2-4C68-438A-9AC4-3DF88CB3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21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3DC32-6290-4E78-9048-FF989067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BE4D583-F542-4493-AFCA-68621C72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E3DE19-240D-482B-A8D5-D0D42B8E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A379C4-7783-4B97-9333-09E4E04A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510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C81A12-E37D-4C37-B459-627839841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EDCB4B0-B88F-42EB-8DE7-25A2144F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BEE68E-30D6-497F-9983-C4CB0411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70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20A63-E57C-4EDE-A1D8-3A221FBF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47B522-5690-4BCC-B6AC-E943024DC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E7861C-5628-4E06-899E-853F4AA10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BFE35D-0151-46C3-915B-3AB2818F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AD2AF9-3229-48CB-B7A4-17389DC9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9B99F5-C8EB-4A1B-94B2-4A1F9C7E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522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0CF2A-4527-42AE-80CB-9FFE4DCD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FFE1A57-2D36-43D0-B6DA-3505F4BE0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91D5A3-E6DC-4E6D-B213-F11F14886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404034-8498-4B9B-862E-91635115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B6C318-3FF0-487A-91F1-AE842D1E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D5395AE-DD73-49A3-B4BA-7F794E1B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547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E2439-0932-465D-9529-E853A2AA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23F2C95-1510-49BF-ACA1-F3982BB2E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1196BC-BC11-44E4-8F16-1217B5DF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65C60F-B9FE-479A-82DA-3084B8FD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165826-9085-441E-9FFF-8032DB43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396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CF334A6-11E2-4AF0-BC0B-FFE572A8B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6DFBD5-855A-44FA-AE6F-754E0E182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DDC7FD-9816-46F8-81F9-F1924269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840D6-0444-44B5-9917-4E070D2D7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412614-C6D9-402E-B22D-39B82838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230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C0FE64-B0A8-46C4-98D4-0CCB4C6F6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E298E5-A6D6-46C9-A3BE-4F60CA78B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28119A-C781-4AB3-81BF-FA85E40791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F5093-670E-42E0-AFD5-276678F73BB1}" type="datetimeFigureOut">
              <a:rPr lang="de-DE" smtClean="0"/>
              <a:t>18.09.2025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A888B8-D0EB-4656-BF85-4F095D7C1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FBB93C-E713-4FE3-A354-5A3890C87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F8301-A744-4AC7-BCC1-325CE3BC0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6420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19.xml"/><Relationship Id="rId3" Type="http://schemas.openxmlformats.org/officeDocument/2006/relationships/slide" Target="slide21.xml"/><Relationship Id="rId7" Type="http://schemas.openxmlformats.org/officeDocument/2006/relationships/slide" Target="slide3.xml"/><Relationship Id="rId12" Type="http://schemas.openxmlformats.org/officeDocument/2006/relationships/slide" Target="slide9.xml"/><Relationship Id="rId17" Type="http://schemas.openxmlformats.org/officeDocument/2006/relationships/image" Target="../media/image10.png"/><Relationship Id="rId2" Type="http://schemas.openxmlformats.org/officeDocument/2006/relationships/slide" Target="slide26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slide" Target="slide11.xml"/><Relationship Id="rId15" Type="http://schemas.openxmlformats.org/officeDocument/2006/relationships/image" Target="../media/image9.png"/><Relationship Id="rId10" Type="http://schemas.openxmlformats.org/officeDocument/2006/relationships/slide" Target="slide7.xml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6.xml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8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slide" Target="slide1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slide" Target="slide14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slide" Target="slide15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11.png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8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image" Target="../media/image5.png"/><Relationship Id="rId4" Type="http://schemas.openxmlformats.org/officeDocument/2006/relationships/slide" Target="slide2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slide" Target="slide24.xml"/><Relationship Id="rId10" Type="http://schemas.openxmlformats.org/officeDocument/2006/relationships/slide" Target="slide21.xml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slide" Target="slide2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slide" Target="slide21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3.xml"/><Relationship Id="rId4" Type="http://schemas.openxmlformats.org/officeDocument/2006/relationships/slide" Target="slide2.xml"/><Relationship Id="rId9" Type="http://schemas.openxmlformats.org/officeDocument/2006/relationships/slide" Target="slide2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slide" Target="slide24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slide" Target="slide26.xml"/><Relationship Id="rId4" Type="http://schemas.openxmlformats.org/officeDocument/2006/relationships/image" Target="../media/image18.png"/><Relationship Id="rId9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slide" Target="slide27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9.xml"/><Relationship Id="rId5" Type="http://schemas.openxmlformats.org/officeDocument/2006/relationships/image" Target="../media/image11.png"/><Relationship Id="rId4" Type="http://schemas.openxmlformats.org/officeDocument/2006/relationships/slide" Target="slide1.xml"/><Relationship Id="rId9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7.xml"/><Relationship Id="rId5" Type="http://schemas.openxmlformats.org/officeDocument/2006/relationships/image" Target="../media/image11.png"/><Relationship Id="rId4" Type="http://schemas.openxmlformats.org/officeDocument/2006/relationships/slide" Target="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5EC5D74-374A-4A35-BAAE-3C2E8391D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094" y="1876848"/>
            <a:ext cx="1351906" cy="1520894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511157" y="405246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2644042" y="395568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Ausweis 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502354" y="398958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D1579BA-7E78-4E0C-A302-B6977B08B5FA}"/>
              </a:ext>
            </a:extLst>
          </p:cNvPr>
          <p:cNvSpPr/>
          <p:nvPr/>
        </p:nvSpPr>
        <p:spPr>
          <a:xfrm>
            <a:off x="5511157" y="458293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961A613-1089-4B69-9158-861B24781BE2}"/>
              </a:ext>
            </a:extLst>
          </p:cNvPr>
          <p:cNvSpPr txBox="1"/>
          <p:nvPr/>
        </p:nvSpPr>
        <p:spPr>
          <a:xfrm>
            <a:off x="3871708" y="4503156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Passwort: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E61B38FE-D9AC-4C7D-8800-E0DC804709E0}"/>
              </a:ext>
            </a:extLst>
          </p:cNvPr>
          <p:cNvSpPr txBox="1"/>
          <p:nvPr/>
        </p:nvSpPr>
        <p:spPr>
          <a:xfrm>
            <a:off x="5502354" y="452005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pic>
        <p:nvPicPr>
          <p:cNvPr id="28" name="Grafik 27">
            <a:hlinkClick r:id="rId5" action="ppaction://hlinksldjump"/>
            <a:extLst>
              <a:ext uri="{FF2B5EF4-FFF2-40B4-BE49-F238E27FC236}">
                <a16:creationId xmlns:a16="http://schemas.microsoft.com/office/drawing/2014/main" id="{198DE7D2-58B3-41D4-8BC5-9FC1278C8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178" y="4621769"/>
            <a:ext cx="483450" cy="3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6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12325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…</a:t>
            </a:r>
            <a:endParaRPr lang="de-DE" dirty="0">
              <a:solidFill>
                <a:srgbClr val="123250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3E51E80-80BA-4585-9AA5-1F363C8822E8}"/>
              </a:ext>
            </a:extLst>
          </p:cNvPr>
          <p:cNvSpPr/>
          <p:nvPr/>
        </p:nvSpPr>
        <p:spPr>
          <a:xfrm>
            <a:off x="999067" y="1989667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4BD8FDD-EFB4-4ED9-99F4-5D5F4DC7D393}"/>
              </a:ext>
            </a:extLst>
          </p:cNvPr>
          <p:cNvSpPr/>
          <p:nvPr/>
        </p:nvSpPr>
        <p:spPr>
          <a:xfrm>
            <a:off x="3640667" y="1989666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580B8FD-6298-41CF-8D41-A66870BB0287}"/>
              </a:ext>
            </a:extLst>
          </p:cNvPr>
          <p:cNvSpPr/>
          <p:nvPr/>
        </p:nvSpPr>
        <p:spPr>
          <a:xfrm>
            <a:off x="6341536" y="1989666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8E13867-BF51-4C4D-B881-BCE3300B7F48}"/>
              </a:ext>
            </a:extLst>
          </p:cNvPr>
          <p:cNvSpPr/>
          <p:nvPr/>
        </p:nvSpPr>
        <p:spPr>
          <a:xfrm>
            <a:off x="9160934" y="1989667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51816EC-D6B6-4CC5-91E6-02E44B756FDF}"/>
              </a:ext>
            </a:extLst>
          </p:cNvPr>
          <p:cNvSpPr/>
          <p:nvPr/>
        </p:nvSpPr>
        <p:spPr>
          <a:xfrm>
            <a:off x="999067" y="4233335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4B9C25BE-E274-49F1-B115-91A7DC8367BE}"/>
              </a:ext>
            </a:extLst>
          </p:cNvPr>
          <p:cNvSpPr/>
          <p:nvPr/>
        </p:nvSpPr>
        <p:spPr>
          <a:xfrm>
            <a:off x="3640667" y="4233334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5C5BABA1-6600-44EE-9A4D-D08D5BE18304}"/>
              </a:ext>
            </a:extLst>
          </p:cNvPr>
          <p:cNvSpPr/>
          <p:nvPr/>
        </p:nvSpPr>
        <p:spPr>
          <a:xfrm>
            <a:off x="6341536" y="4233334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0EBE6B7B-2AAE-4B63-8F54-E6E60F3A35E5}"/>
              </a:ext>
            </a:extLst>
          </p:cNvPr>
          <p:cNvSpPr/>
          <p:nvPr/>
        </p:nvSpPr>
        <p:spPr>
          <a:xfrm>
            <a:off x="9160934" y="4233335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213E306-1A79-4425-A7E4-690910279105}"/>
              </a:ext>
            </a:extLst>
          </p:cNvPr>
          <p:cNvSpPr txBox="1"/>
          <p:nvPr/>
        </p:nvSpPr>
        <p:spPr>
          <a:xfrm>
            <a:off x="1324873" y="332026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Konto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9BB0E333-335D-4DCF-9282-05DCEB76FE22}"/>
              </a:ext>
            </a:extLst>
          </p:cNvPr>
          <p:cNvSpPr txBox="1"/>
          <p:nvPr/>
        </p:nvSpPr>
        <p:spPr>
          <a:xfrm>
            <a:off x="3769467" y="3310463"/>
            <a:ext cx="115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Einzahlen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7B88152E-7947-432D-9D2E-F6F5175CAB9E}"/>
              </a:ext>
            </a:extLst>
          </p:cNvPr>
          <p:cNvSpPr txBox="1"/>
          <p:nvPr/>
        </p:nvSpPr>
        <p:spPr>
          <a:xfrm>
            <a:off x="6465792" y="3307524"/>
            <a:ext cx="115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Auszahlen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539FC814-50ED-45C0-A879-ED5BE8123A20}"/>
              </a:ext>
            </a:extLst>
          </p:cNvPr>
          <p:cNvSpPr txBox="1"/>
          <p:nvPr/>
        </p:nvSpPr>
        <p:spPr>
          <a:xfrm>
            <a:off x="9171196" y="3292195"/>
            <a:ext cx="157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Überweisung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412654A-031A-4D34-B281-599A13696386}"/>
              </a:ext>
            </a:extLst>
          </p:cNvPr>
          <p:cNvSpPr txBox="1"/>
          <p:nvPr/>
        </p:nvSpPr>
        <p:spPr>
          <a:xfrm>
            <a:off x="1291536" y="5600042"/>
            <a:ext cx="82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Aktien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DAFC160-A1B6-4C51-A299-3193B4F4EB5F}"/>
              </a:ext>
            </a:extLst>
          </p:cNvPr>
          <p:cNvSpPr txBox="1"/>
          <p:nvPr/>
        </p:nvSpPr>
        <p:spPr>
          <a:xfrm>
            <a:off x="3972133" y="5600042"/>
            <a:ext cx="82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Spiele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7B57CB6-AB36-48D0-8CC1-CBC11A9B7CE1}"/>
              </a:ext>
            </a:extLst>
          </p:cNvPr>
          <p:cNvSpPr txBox="1"/>
          <p:nvPr/>
        </p:nvSpPr>
        <p:spPr>
          <a:xfrm>
            <a:off x="6392338" y="5600042"/>
            <a:ext cx="1482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solidFill>
                  <a:srgbClr val="123250"/>
                </a:solidFill>
              </a:rPr>
              <a:t>Konto erstellen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BD88986-E015-448C-BB84-E309963C813D}"/>
              </a:ext>
            </a:extLst>
          </p:cNvPr>
          <p:cNvSpPr txBox="1"/>
          <p:nvPr/>
        </p:nvSpPr>
        <p:spPr>
          <a:xfrm>
            <a:off x="9576539" y="5600042"/>
            <a:ext cx="582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Info</a:t>
            </a:r>
          </a:p>
        </p:txBody>
      </p:sp>
      <p:pic>
        <p:nvPicPr>
          <p:cNvPr id="7" name="Grafik 6">
            <a:hlinkClick r:id="rId5" action="ppaction://hlinksldjump"/>
            <a:extLst>
              <a:ext uri="{FF2B5EF4-FFF2-40B4-BE49-F238E27FC236}">
                <a16:creationId xmlns:a16="http://schemas.microsoft.com/office/drawing/2014/main" id="{0BCD9E2B-6192-47C5-BB43-A7708302C4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5108" y="2246132"/>
            <a:ext cx="1025265" cy="730474"/>
          </a:xfrm>
          <a:prstGeom prst="rect">
            <a:avLst/>
          </a:prstGeom>
        </p:spPr>
      </p:pic>
      <p:pic>
        <p:nvPicPr>
          <p:cNvPr id="9" name="Grafik 8">
            <a:hlinkClick r:id="rId7" action="ppaction://hlinksldjump"/>
            <a:extLst>
              <a:ext uri="{FF2B5EF4-FFF2-40B4-BE49-F238E27FC236}">
                <a16:creationId xmlns:a16="http://schemas.microsoft.com/office/drawing/2014/main" id="{7B419D3C-CE98-470F-B389-C15DE606F9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394" y="2112376"/>
            <a:ext cx="914959" cy="102919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66BE3023-FF8D-4236-89C1-356DE3AE90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691" y="4418263"/>
            <a:ext cx="886097" cy="886097"/>
          </a:xfrm>
          <a:prstGeom prst="rect">
            <a:avLst/>
          </a:prstGeom>
        </p:spPr>
      </p:pic>
      <p:pic>
        <p:nvPicPr>
          <p:cNvPr id="13" name="Grafik 12">
            <a:hlinkClick r:id="rId10" action="ppaction://hlinksldjump"/>
            <a:extLst>
              <a:ext uri="{FF2B5EF4-FFF2-40B4-BE49-F238E27FC236}">
                <a16:creationId xmlns:a16="http://schemas.microsoft.com/office/drawing/2014/main" id="{5B1559D9-B6B1-4DF8-B84E-15926FC39AE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8"/>
          <a:stretch/>
        </p:blipFill>
        <p:spPr>
          <a:xfrm>
            <a:off x="3829025" y="2120670"/>
            <a:ext cx="1036895" cy="970476"/>
          </a:xfrm>
          <a:prstGeom prst="rect">
            <a:avLst/>
          </a:prstGeom>
        </p:spPr>
      </p:pic>
      <p:pic>
        <p:nvPicPr>
          <p:cNvPr id="48" name="Grafik 47">
            <a:hlinkClick r:id="rId12" action="ppaction://hlinksldjump"/>
            <a:extLst>
              <a:ext uri="{FF2B5EF4-FFF2-40B4-BE49-F238E27FC236}">
                <a16:creationId xmlns:a16="http://schemas.microsoft.com/office/drawing/2014/main" id="{68A3B341-47BF-4A13-84C8-38EF93EF36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8"/>
          <a:stretch/>
        </p:blipFill>
        <p:spPr>
          <a:xfrm rot="10800000">
            <a:off x="6525350" y="2153420"/>
            <a:ext cx="1036895" cy="970476"/>
          </a:xfrm>
          <a:prstGeom prst="rect">
            <a:avLst/>
          </a:prstGeom>
        </p:spPr>
      </p:pic>
      <p:pic>
        <p:nvPicPr>
          <p:cNvPr id="15" name="Grafik 14">
            <a:hlinkClick r:id="rId13" action="ppaction://hlinksldjump"/>
            <a:extLst>
              <a:ext uri="{FF2B5EF4-FFF2-40B4-BE49-F238E27FC236}">
                <a16:creationId xmlns:a16="http://schemas.microsoft.com/office/drawing/2014/main" id="{BD9290D2-9C20-4974-854C-C3EBED4D5B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280" y="4359418"/>
            <a:ext cx="1034965" cy="81178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DD4EA531-A414-4671-BB8B-29B8C3D38AB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44" y="4446612"/>
            <a:ext cx="1163057" cy="753651"/>
          </a:xfrm>
          <a:prstGeom prst="rect">
            <a:avLst/>
          </a:prstGeom>
        </p:spPr>
      </p:pic>
      <p:pic>
        <p:nvPicPr>
          <p:cNvPr id="5" name="Grafik 4">
            <a:hlinkClick r:id="rId16" action="ppaction://hlinksldjump"/>
            <a:extLst>
              <a:ext uri="{FF2B5EF4-FFF2-40B4-BE49-F238E27FC236}">
                <a16:creationId xmlns:a16="http://schemas.microsoft.com/office/drawing/2014/main" id="{86D7E513-480F-4AF0-BF98-284CC2F1EA9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19" y="4317082"/>
            <a:ext cx="892105" cy="102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3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5EC5D74-374A-4A35-BAAE-3C2E8391D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27" y="2240284"/>
            <a:ext cx="1351906" cy="1520894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282557" y="423111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2904067" y="4134334"/>
            <a:ext cx="237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273754" y="416823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pic>
        <p:nvPicPr>
          <p:cNvPr id="28" name="Grafik 27">
            <a:hlinkClick r:id="rId5" action="ppaction://hlinksldjump"/>
            <a:extLst>
              <a:ext uri="{FF2B5EF4-FFF2-40B4-BE49-F238E27FC236}">
                <a16:creationId xmlns:a16="http://schemas.microsoft.com/office/drawing/2014/main" id="{198DE7D2-58B3-41D4-8BC5-9FC1278C8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178" y="4269949"/>
            <a:ext cx="483450" cy="358623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8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7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3540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3628817" y="4083493"/>
            <a:ext cx="3819525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3628816" y="4020612"/>
            <a:ext cx="3819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Neuen Kunden erstellen?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5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4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6" name="Grafik 25">
            <a:extLst>
              <a:ext uri="{FF2B5EF4-FFF2-40B4-BE49-F238E27FC236}">
                <a16:creationId xmlns:a16="http://schemas.microsoft.com/office/drawing/2014/main" id="{08A92A02-C34C-4B7E-A2B3-84BDCDECF5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27" y="2240284"/>
            <a:ext cx="1351906" cy="1520894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63052CBB-3743-4B3F-AB00-684521421EA0}"/>
              </a:ext>
            </a:extLst>
          </p:cNvPr>
          <p:cNvSpPr txBox="1"/>
          <p:nvPr/>
        </p:nvSpPr>
        <p:spPr>
          <a:xfrm>
            <a:off x="4862627" y="4680662"/>
            <a:ext cx="402136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D9C2A3C8-4FA7-4087-A1DD-1BA8EB49629C}"/>
              </a:ext>
            </a:extLst>
          </p:cNvPr>
          <p:cNvSpPr txBox="1"/>
          <p:nvPr/>
        </p:nvSpPr>
        <p:spPr>
          <a:xfrm>
            <a:off x="5556265" y="4680662"/>
            <a:ext cx="658268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NEIN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79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5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4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F9A98AB1-5725-496C-897B-A67B149092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74" y="3211370"/>
            <a:ext cx="1351906" cy="152089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7BAE479C-8D4F-47A8-9931-817E604B4DE4}"/>
              </a:ext>
            </a:extLst>
          </p:cNvPr>
          <p:cNvSpPr/>
          <p:nvPr/>
        </p:nvSpPr>
        <p:spPr>
          <a:xfrm>
            <a:off x="5545024" y="321442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DB80DA8-EB06-4158-AE12-2733651DA250}"/>
              </a:ext>
            </a:extLst>
          </p:cNvPr>
          <p:cNvSpPr txBox="1"/>
          <p:nvPr/>
        </p:nvSpPr>
        <p:spPr>
          <a:xfrm>
            <a:off x="4981574" y="3117650"/>
            <a:ext cx="563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>
                <a:solidFill>
                  <a:srgbClr val="123250"/>
                </a:solidFill>
              </a:rPr>
              <a:t>Id</a:t>
            </a:r>
            <a:r>
              <a:rPr lang="de-DE" sz="2800" dirty="0">
                <a:solidFill>
                  <a:srgbClr val="123250"/>
                </a:solidFill>
              </a:rPr>
              <a:t>: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0ED702C-A765-4F2D-80A7-F444ABCFC308}"/>
              </a:ext>
            </a:extLst>
          </p:cNvPr>
          <p:cNvSpPr txBox="1"/>
          <p:nvPr/>
        </p:nvSpPr>
        <p:spPr>
          <a:xfrm>
            <a:off x="5536221" y="315154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FB15D87-11E5-44FF-B31A-58788A2FD6A4}"/>
              </a:ext>
            </a:extLst>
          </p:cNvPr>
          <p:cNvSpPr/>
          <p:nvPr/>
        </p:nvSpPr>
        <p:spPr>
          <a:xfrm>
            <a:off x="5545024" y="3806986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8BC2E15-439C-4A7E-824B-F6221FA988F5}"/>
              </a:ext>
            </a:extLst>
          </p:cNvPr>
          <p:cNvSpPr txBox="1"/>
          <p:nvPr/>
        </p:nvSpPr>
        <p:spPr>
          <a:xfrm>
            <a:off x="3943350" y="3710207"/>
            <a:ext cx="1601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Vorname: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42F73FE-4115-443F-8C44-47B398790BF1}"/>
              </a:ext>
            </a:extLst>
          </p:cNvPr>
          <p:cNvSpPr txBox="1"/>
          <p:nvPr/>
        </p:nvSpPr>
        <p:spPr>
          <a:xfrm>
            <a:off x="5536221" y="3744105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Maria 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E930AD7-BBCB-46F3-BF05-567BDA07B032}"/>
              </a:ext>
            </a:extLst>
          </p:cNvPr>
          <p:cNvSpPr txBox="1"/>
          <p:nvPr/>
        </p:nvSpPr>
        <p:spPr>
          <a:xfrm>
            <a:off x="8957902" y="4387316"/>
            <a:ext cx="729024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Fertig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06C96C2-4065-4672-BF84-2510FEDB2E73}"/>
              </a:ext>
            </a:extLst>
          </p:cNvPr>
          <p:cNvSpPr/>
          <p:nvPr/>
        </p:nvSpPr>
        <p:spPr>
          <a:xfrm>
            <a:off x="5545024" y="435918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3D74FD5-106F-4BF7-A169-FD846E20A27D}"/>
              </a:ext>
            </a:extLst>
          </p:cNvPr>
          <p:cNvSpPr txBox="1"/>
          <p:nvPr/>
        </p:nvSpPr>
        <p:spPr>
          <a:xfrm>
            <a:off x="3695700" y="4262410"/>
            <a:ext cx="1849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Nachname: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35051F6-A89F-4D19-A398-00EE850CA6C0}"/>
              </a:ext>
            </a:extLst>
          </p:cNvPr>
          <p:cNvSpPr txBox="1"/>
          <p:nvPr/>
        </p:nvSpPr>
        <p:spPr>
          <a:xfrm>
            <a:off x="5536221" y="429630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>
                <a:solidFill>
                  <a:srgbClr val="123250"/>
                </a:solidFill>
              </a:rPr>
              <a:t>Gerbert</a:t>
            </a:r>
            <a:endParaRPr lang="de-DE" sz="2800" dirty="0">
              <a:solidFill>
                <a:srgbClr val="1232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74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5EC5D74-374A-4A35-BAAE-3C2E8391D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74" y="3211370"/>
            <a:ext cx="1351906" cy="1520894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545024" y="321442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166534" y="3117650"/>
            <a:ext cx="237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536221" y="315154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545024" y="3806986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4370966" y="3710207"/>
            <a:ext cx="117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536221" y="3744105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Maria </a:t>
            </a:r>
            <a:r>
              <a:rPr lang="de-DE" sz="2800" dirty="0" err="1">
                <a:solidFill>
                  <a:srgbClr val="123250"/>
                </a:solidFill>
              </a:rPr>
              <a:t>Gerbert</a:t>
            </a:r>
            <a:endParaRPr lang="de-DE" sz="28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5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8957901" y="4387316"/>
            <a:ext cx="816709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Fertig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5545024" y="435918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3598334" y="4262410"/>
            <a:ext cx="1946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536221" y="429630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8010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951430" y="264773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572940" y="2550960"/>
            <a:ext cx="237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942627" y="258485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942627" y="321443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4768569" y="3117654"/>
            <a:ext cx="117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933824" y="315155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Maria </a:t>
            </a:r>
            <a:r>
              <a:rPr lang="de-DE" sz="2800" dirty="0" err="1">
                <a:solidFill>
                  <a:srgbClr val="123250"/>
                </a:solidFill>
              </a:rPr>
              <a:t>Gerbert</a:t>
            </a:r>
            <a:endParaRPr lang="de-DE" sz="28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7841529" y="5282867"/>
            <a:ext cx="1089868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einzahlen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5951430" y="378486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4004740" y="3688090"/>
            <a:ext cx="1946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942627" y="372198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247CC5-CD36-4E21-BD59-9BD9457247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01"/>
          <a:stretch/>
        </p:blipFill>
        <p:spPr>
          <a:xfrm>
            <a:off x="1608667" y="3044490"/>
            <a:ext cx="1394605" cy="1287199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4509069" y="527192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4500266" y="520904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3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F799266-3DFC-4122-81FC-0C1281FCF13D}"/>
              </a:ext>
            </a:extLst>
          </p:cNvPr>
          <p:cNvSpPr/>
          <p:nvPr/>
        </p:nvSpPr>
        <p:spPr>
          <a:xfrm>
            <a:off x="5952484" y="4373612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C33459F-C5EA-4CC2-B58E-690FDA20F025}"/>
              </a:ext>
            </a:extLst>
          </p:cNvPr>
          <p:cNvSpPr txBox="1"/>
          <p:nvPr/>
        </p:nvSpPr>
        <p:spPr>
          <a:xfrm>
            <a:off x="3381375" y="4276833"/>
            <a:ext cx="257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E811315-AF4A-4547-99D8-4275292F7E9C}"/>
              </a:ext>
            </a:extLst>
          </p:cNvPr>
          <p:cNvSpPr txBox="1"/>
          <p:nvPr/>
        </p:nvSpPr>
        <p:spPr>
          <a:xfrm>
            <a:off x="5943681" y="4310731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2894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951430" y="264773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572940" y="2550960"/>
            <a:ext cx="237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942627" y="258485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942627" y="321443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4768569" y="3117654"/>
            <a:ext cx="117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933824" y="315155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Maria </a:t>
            </a:r>
            <a:r>
              <a:rPr lang="de-DE" sz="2800" dirty="0" err="1">
                <a:solidFill>
                  <a:srgbClr val="123250"/>
                </a:solidFill>
              </a:rPr>
              <a:t>Gerbert</a:t>
            </a:r>
            <a:endParaRPr lang="de-DE" sz="28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7841529" y="5282867"/>
            <a:ext cx="1089868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einzahlen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5951430" y="378486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4004740" y="3688090"/>
            <a:ext cx="1946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942627" y="372198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247CC5-CD36-4E21-BD59-9BD9457247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01"/>
          <a:stretch/>
        </p:blipFill>
        <p:spPr>
          <a:xfrm>
            <a:off x="1608667" y="3044490"/>
            <a:ext cx="1394605" cy="1287199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4509069" y="527192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4500266" y="520904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F799266-3DFC-4122-81FC-0C1281FCF13D}"/>
              </a:ext>
            </a:extLst>
          </p:cNvPr>
          <p:cNvSpPr/>
          <p:nvPr/>
        </p:nvSpPr>
        <p:spPr>
          <a:xfrm>
            <a:off x="5952484" y="4373612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C33459F-C5EA-4CC2-B58E-690FDA20F025}"/>
              </a:ext>
            </a:extLst>
          </p:cNvPr>
          <p:cNvSpPr txBox="1"/>
          <p:nvPr/>
        </p:nvSpPr>
        <p:spPr>
          <a:xfrm>
            <a:off x="3381375" y="4276833"/>
            <a:ext cx="257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E811315-AF4A-4547-99D8-4275292F7E9C}"/>
              </a:ext>
            </a:extLst>
          </p:cNvPr>
          <p:cNvSpPr txBox="1"/>
          <p:nvPr/>
        </p:nvSpPr>
        <p:spPr>
          <a:xfrm>
            <a:off x="5943681" y="4310731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6012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866759" y="264773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488269" y="2550960"/>
            <a:ext cx="237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857956" y="258485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857956" y="321443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4683898" y="3117654"/>
            <a:ext cx="117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849153" y="315155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Maria </a:t>
            </a:r>
            <a:r>
              <a:rPr lang="de-DE" sz="2800" dirty="0" err="1">
                <a:solidFill>
                  <a:srgbClr val="123250"/>
                </a:solidFill>
              </a:rPr>
              <a:t>Gerbert</a:t>
            </a:r>
            <a:endParaRPr lang="de-DE" sz="28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7654728" y="5340017"/>
            <a:ext cx="1180241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auszahlen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5866759" y="378486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3920069" y="3688090"/>
            <a:ext cx="1946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857956" y="372198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247CC5-CD36-4E21-BD59-9BD9457247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01"/>
          <a:stretch/>
        </p:blipFill>
        <p:spPr>
          <a:xfrm rot="10800000">
            <a:off x="1697525" y="3339998"/>
            <a:ext cx="1394605" cy="1287199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4322269" y="532907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4313466" y="526619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3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A55ED18-C8AB-48D7-8928-2AE3691B5E02}"/>
              </a:ext>
            </a:extLst>
          </p:cNvPr>
          <p:cNvSpPr/>
          <p:nvPr/>
        </p:nvSpPr>
        <p:spPr>
          <a:xfrm>
            <a:off x="5866759" y="4373612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228A5E5E-DB19-431A-93B5-C9764B2D73FA}"/>
              </a:ext>
            </a:extLst>
          </p:cNvPr>
          <p:cNvSpPr txBox="1"/>
          <p:nvPr/>
        </p:nvSpPr>
        <p:spPr>
          <a:xfrm>
            <a:off x="3295650" y="4276833"/>
            <a:ext cx="257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9BD8226-42BD-4677-9598-A25325EF8414}"/>
              </a:ext>
            </a:extLst>
          </p:cNvPr>
          <p:cNvSpPr txBox="1"/>
          <p:nvPr/>
        </p:nvSpPr>
        <p:spPr>
          <a:xfrm>
            <a:off x="5857956" y="4310731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4839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866759" y="264773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488269" y="2550960"/>
            <a:ext cx="237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857956" y="258485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857956" y="321443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4683898" y="3117654"/>
            <a:ext cx="1174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849153" y="315155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Maria </a:t>
            </a:r>
            <a:r>
              <a:rPr lang="de-DE" sz="2800" dirty="0" err="1">
                <a:solidFill>
                  <a:srgbClr val="123250"/>
                </a:solidFill>
              </a:rPr>
              <a:t>Gerbert</a:t>
            </a:r>
            <a:endParaRPr lang="de-DE" sz="28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7654728" y="5340017"/>
            <a:ext cx="1180241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auszahlen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5866759" y="378486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3920069" y="3688090"/>
            <a:ext cx="19466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857956" y="372198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247CC5-CD36-4E21-BD59-9BD9457247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01"/>
          <a:stretch/>
        </p:blipFill>
        <p:spPr>
          <a:xfrm rot="10800000">
            <a:off x="1697525" y="3339998"/>
            <a:ext cx="1394605" cy="1287199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4322269" y="532907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4313466" y="526619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A55ED18-C8AB-48D7-8928-2AE3691B5E02}"/>
              </a:ext>
            </a:extLst>
          </p:cNvPr>
          <p:cNvSpPr/>
          <p:nvPr/>
        </p:nvSpPr>
        <p:spPr>
          <a:xfrm>
            <a:off x="5866759" y="4373612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228A5E5E-DB19-431A-93B5-C9764B2D73FA}"/>
              </a:ext>
            </a:extLst>
          </p:cNvPr>
          <p:cNvSpPr txBox="1"/>
          <p:nvPr/>
        </p:nvSpPr>
        <p:spPr>
          <a:xfrm>
            <a:off x="3295650" y="4276833"/>
            <a:ext cx="2571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9BD8226-42BD-4677-9598-A25325EF8414}"/>
              </a:ext>
            </a:extLst>
          </p:cNvPr>
          <p:cNvSpPr txBox="1"/>
          <p:nvPr/>
        </p:nvSpPr>
        <p:spPr>
          <a:xfrm>
            <a:off x="5857956" y="4310731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9325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2328754" y="3017865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297406" y="2921085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2319952" y="2954983"/>
            <a:ext cx="110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2319951" y="3584559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1350406" y="3474280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2311149" y="3521677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Maria </a:t>
            </a:r>
            <a:r>
              <a:rPr lang="de-DE" sz="2400" dirty="0" err="1">
                <a:solidFill>
                  <a:srgbClr val="123250"/>
                </a:solidFill>
              </a:rPr>
              <a:t>Gerbert</a:t>
            </a:r>
            <a:endParaRPr lang="de-DE" sz="24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7041966" y="5324656"/>
            <a:ext cx="1273372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überweisen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2328754" y="4154994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707199" y="4044897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2319952" y="4092113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12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3709506" y="5313714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3700703" y="5250833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3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DE4168D-8BD1-4CC0-B10B-DADB584850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509" y="2003536"/>
            <a:ext cx="1984236" cy="1413112"/>
          </a:xfrm>
          <a:prstGeom prst="rect">
            <a:avLst/>
          </a:prstGeom>
        </p:spPr>
      </p:pic>
      <p:sp>
        <p:nvSpPr>
          <p:cNvPr id="38" name="Rechteck 37">
            <a:extLst>
              <a:ext uri="{FF2B5EF4-FFF2-40B4-BE49-F238E27FC236}">
                <a16:creationId xmlns:a16="http://schemas.microsoft.com/office/drawing/2014/main" id="{61878578-4118-4493-B3B4-5776C793BCFF}"/>
              </a:ext>
            </a:extLst>
          </p:cNvPr>
          <p:cNvSpPr/>
          <p:nvPr/>
        </p:nvSpPr>
        <p:spPr>
          <a:xfrm>
            <a:off x="9342549" y="3051763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7296625-FF1C-4074-A8DE-CD04B4E4AE08}"/>
              </a:ext>
            </a:extLst>
          </p:cNvPr>
          <p:cNvSpPr txBox="1"/>
          <p:nvPr/>
        </p:nvSpPr>
        <p:spPr>
          <a:xfrm>
            <a:off x="7311201" y="2954983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6C5B1C4-D661-4AFA-998E-A63896C137A5}"/>
              </a:ext>
            </a:extLst>
          </p:cNvPr>
          <p:cNvSpPr txBox="1"/>
          <p:nvPr/>
        </p:nvSpPr>
        <p:spPr>
          <a:xfrm>
            <a:off x="9333747" y="2988881"/>
            <a:ext cx="1376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G5T700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A2A000BB-3CAB-4CB8-9F1F-79DD84A27D59}"/>
              </a:ext>
            </a:extLst>
          </p:cNvPr>
          <p:cNvSpPr/>
          <p:nvPr/>
        </p:nvSpPr>
        <p:spPr>
          <a:xfrm>
            <a:off x="9333746" y="3618457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00D3D7B-BA95-4158-8BC8-E2BE8933D0D2}"/>
              </a:ext>
            </a:extLst>
          </p:cNvPr>
          <p:cNvSpPr txBox="1"/>
          <p:nvPr/>
        </p:nvSpPr>
        <p:spPr>
          <a:xfrm>
            <a:off x="8364201" y="3508178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AE2BE50-B7B7-443C-953D-7BFA868F7398}"/>
              </a:ext>
            </a:extLst>
          </p:cNvPr>
          <p:cNvSpPr txBox="1"/>
          <p:nvPr/>
        </p:nvSpPr>
        <p:spPr>
          <a:xfrm>
            <a:off x="9324944" y="3555575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Hans Peter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BCF7336-9F3A-4486-9E53-5394952CB2A8}"/>
              </a:ext>
            </a:extLst>
          </p:cNvPr>
          <p:cNvSpPr/>
          <p:nvPr/>
        </p:nvSpPr>
        <p:spPr>
          <a:xfrm>
            <a:off x="9342549" y="4160317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A5591EA-6F97-4C68-A66E-95E68E566FC6}"/>
              </a:ext>
            </a:extLst>
          </p:cNvPr>
          <p:cNvSpPr txBox="1"/>
          <p:nvPr/>
        </p:nvSpPr>
        <p:spPr>
          <a:xfrm>
            <a:off x="7720994" y="4050220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1F26EB8-3D92-484F-B766-6E7161D9142C}"/>
              </a:ext>
            </a:extLst>
          </p:cNvPr>
          <p:cNvSpPr txBox="1"/>
          <p:nvPr/>
        </p:nvSpPr>
        <p:spPr>
          <a:xfrm>
            <a:off x="9333747" y="4097436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23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6494FF9-0BE6-4446-95E2-4FDB48942FEF}"/>
              </a:ext>
            </a:extLst>
          </p:cNvPr>
          <p:cNvSpPr/>
          <p:nvPr/>
        </p:nvSpPr>
        <p:spPr>
          <a:xfrm>
            <a:off x="2328754" y="4689379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8D4938D-6307-49D2-AF9A-411299305D3E}"/>
              </a:ext>
            </a:extLst>
          </p:cNvPr>
          <p:cNvSpPr txBox="1"/>
          <p:nvPr/>
        </p:nvSpPr>
        <p:spPr>
          <a:xfrm>
            <a:off x="152400" y="4579282"/>
            <a:ext cx="2501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B6EDD86C-C2EA-4F2B-B92D-304DFD9C5035}"/>
              </a:ext>
            </a:extLst>
          </p:cNvPr>
          <p:cNvSpPr txBox="1"/>
          <p:nvPr/>
        </p:nvSpPr>
        <p:spPr>
          <a:xfrm>
            <a:off x="2319952" y="4626498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…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9DA4B6C1-D497-4D5F-951E-FB20FD8066CF}"/>
              </a:ext>
            </a:extLst>
          </p:cNvPr>
          <p:cNvSpPr/>
          <p:nvPr/>
        </p:nvSpPr>
        <p:spPr>
          <a:xfrm>
            <a:off x="9342549" y="4671436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8C68D77C-DF23-4346-BDD5-D91B1D9D6175}"/>
              </a:ext>
            </a:extLst>
          </p:cNvPr>
          <p:cNvSpPr txBox="1"/>
          <p:nvPr/>
        </p:nvSpPr>
        <p:spPr>
          <a:xfrm>
            <a:off x="7176370" y="4561339"/>
            <a:ext cx="2538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466AC593-39B8-433D-96D4-810F1A94C19D}"/>
              </a:ext>
            </a:extLst>
          </p:cNvPr>
          <p:cNvSpPr txBox="1"/>
          <p:nvPr/>
        </p:nvSpPr>
        <p:spPr>
          <a:xfrm>
            <a:off x="9333747" y="4608555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54950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2328754" y="3017865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297406" y="2921085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2319952" y="2954983"/>
            <a:ext cx="110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2319951" y="3584559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1350406" y="3474280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2311149" y="3521677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Maria </a:t>
            </a:r>
            <a:r>
              <a:rPr lang="de-DE" sz="2400" dirty="0" err="1">
                <a:solidFill>
                  <a:srgbClr val="123250"/>
                </a:solidFill>
              </a:rPr>
              <a:t>Gerbert</a:t>
            </a:r>
            <a:endParaRPr lang="de-DE" sz="24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7041966" y="5324656"/>
            <a:ext cx="1273372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überweisen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2328754" y="4154994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707199" y="4044897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2319952" y="4092113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12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3709506" y="5313714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3700703" y="5250833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DE4168D-8BD1-4CC0-B10B-DADB584850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509" y="2003536"/>
            <a:ext cx="1984236" cy="1413112"/>
          </a:xfrm>
          <a:prstGeom prst="rect">
            <a:avLst/>
          </a:prstGeom>
        </p:spPr>
      </p:pic>
      <p:sp>
        <p:nvSpPr>
          <p:cNvPr id="38" name="Rechteck 37">
            <a:extLst>
              <a:ext uri="{FF2B5EF4-FFF2-40B4-BE49-F238E27FC236}">
                <a16:creationId xmlns:a16="http://schemas.microsoft.com/office/drawing/2014/main" id="{61878578-4118-4493-B3B4-5776C793BCFF}"/>
              </a:ext>
            </a:extLst>
          </p:cNvPr>
          <p:cNvSpPr/>
          <p:nvPr/>
        </p:nvSpPr>
        <p:spPr>
          <a:xfrm>
            <a:off x="9342549" y="3051763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7296625-FF1C-4074-A8DE-CD04B4E4AE08}"/>
              </a:ext>
            </a:extLst>
          </p:cNvPr>
          <p:cNvSpPr txBox="1"/>
          <p:nvPr/>
        </p:nvSpPr>
        <p:spPr>
          <a:xfrm>
            <a:off x="7311201" y="2954983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6C5B1C4-D661-4AFA-998E-A63896C137A5}"/>
              </a:ext>
            </a:extLst>
          </p:cNvPr>
          <p:cNvSpPr txBox="1"/>
          <p:nvPr/>
        </p:nvSpPr>
        <p:spPr>
          <a:xfrm>
            <a:off x="9333747" y="2988881"/>
            <a:ext cx="1376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G5T700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A2A000BB-3CAB-4CB8-9F1F-79DD84A27D59}"/>
              </a:ext>
            </a:extLst>
          </p:cNvPr>
          <p:cNvSpPr/>
          <p:nvPr/>
        </p:nvSpPr>
        <p:spPr>
          <a:xfrm>
            <a:off x="9333746" y="3618457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00D3D7B-BA95-4158-8BC8-E2BE8933D0D2}"/>
              </a:ext>
            </a:extLst>
          </p:cNvPr>
          <p:cNvSpPr txBox="1"/>
          <p:nvPr/>
        </p:nvSpPr>
        <p:spPr>
          <a:xfrm>
            <a:off x="8364201" y="3508178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AE2BE50-B7B7-443C-953D-7BFA868F7398}"/>
              </a:ext>
            </a:extLst>
          </p:cNvPr>
          <p:cNvSpPr txBox="1"/>
          <p:nvPr/>
        </p:nvSpPr>
        <p:spPr>
          <a:xfrm>
            <a:off x="9324944" y="3555575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Hans Peter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BCF7336-9F3A-4486-9E53-5394952CB2A8}"/>
              </a:ext>
            </a:extLst>
          </p:cNvPr>
          <p:cNvSpPr/>
          <p:nvPr/>
        </p:nvSpPr>
        <p:spPr>
          <a:xfrm>
            <a:off x="9342549" y="4160317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CA5591EA-6F97-4C68-A66E-95E68E566FC6}"/>
              </a:ext>
            </a:extLst>
          </p:cNvPr>
          <p:cNvSpPr txBox="1"/>
          <p:nvPr/>
        </p:nvSpPr>
        <p:spPr>
          <a:xfrm>
            <a:off x="7720994" y="4050220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51F26EB8-3D92-484F-B766-6E7161D9142C}"/>
              </a:ext>
            </a:extLst>
          </p:cNvPr>
          <p:cNvSpPr txBox="1"/>
          <p:nvPr/>
        </p:nvSpPr>
        <p:spPr>
          <a:xfrm>
            <a:off x="9333747" y="4097436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23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6494FF9-0BE6-4446-95E2-4FDB48942FEF}"/>
              </a:ext>
            </a:extLst>
          </p:cNvPr>
          <p:cNvSpPr/>
          <p:nvPr/>
        </p:nvSpPr>
        <p:spPr>
          <a:xfrm>
            <a:off x="2328754" y="4689379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8D4938D-6307-49D2-AF9A-411299305D3E}"/>
              </a:ext>
            </a:extLst>
          </p:cNvPr>
          <p:cNvSpPr txBox="1"/>
          <p:nvPr/>
        </p:nvSpPr>
        <p:spPr>
          <a:xfrm>
            <a:off x="152400" y="4579282"/>
            <a:ext cx="2501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B6EDD86C-C2EA-4F2B-B92D-304DFD9C5035}"/>
              </a:ext>
            </a:extLst>
          </p:cNvPr>
          <p:cNvSpPr txBox="1"/>
          <p:nvPr/>
        </p:nvSpPr>
        <p:spPr>
          <a:xfrm>
            <a:off x="2319952" y="4626498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9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9DA4B6C1-D497-4D5F-951E-FB20FD8066CF}"/>
              </a:ext>
            </a:extLst>
          </p:cNvPr>
          <p:cNvSpPr/>
          <p:nvPr/>
        </p:nvSpPr>
        <p:spPr>
          <a:xfrm>
            <a:off x="9342549" y="4671436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8C68D77C-DF23-4346-BDD5-D91B1D9D6175}"/>
              </a:ext>
            </a:extLst>
          </p:cNvPr>
          <p:cNvSpPr txBox="1"/>
          <p:nvPr/>
        </p:nvSpPr>
        <p:spPr>
          <a:xfrm>
            <a:off x="7176370" y="4561339"/>
            <a:ext cx="2538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466AC593-39B8-433D-96D4-810F1A94C19D}"/>
              </a:ext>
            </a:extLst>
          </p:cNvPr>
          <p:cNvSpPr txBox="1"/>
          <p:nvPr/>
        </p:nvSpPr>
        <p:spPr>
          <a:xfrm>
            <a:off x="9333747" y="4608555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40131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5914181" y="2788048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882833" y="2691268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905379" y="2725166"/>
            <a:ext cx="110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905378" y="3354742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4935833" y="3244463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896576" y="3291860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Maria </a:t>
            </a:r>
            <a:r>
              <a:rPr lang="de-DE" sz="2400" dirty="0" err="1">
                <a:solidFill>
                  <a:srgbClr val="123250"/>
                </a:solidFill>
              </a:rPr>
              <a:t>Gerbert</a:t>
            </a:r>
            <a:endParaRPr lang="de-DE" sz="24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9272713" y="4533927"/>
            <a:ext cx="840501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kaufen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5914181" y="3925177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4292626" y="3815080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905379" y="3862296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12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4D8BF82-7E50-4701-A32C-30DB98B89AAA}"/>
              </a:ext>
            </a:extLst>
          </p:cNvPr>
          <p:cNvSpPr/>
          <p:nvPr/>
        </p:nvSpPr>
        <p:spPr>
          <a:xfrm>
            <a:off x="5940253" y="452298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5931451" y="4460104"/>
            <a:ext cx="39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68CBB6-B49B-446F-B03E-1E6A486896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81" y="3413015"/>
            <a:ext cx="1506219" cy="977050"/>
          </a:xfrm>
          <a:prstGeom prst="rect">
            <a:avLst/>
          </a:prstGeom>
        </p:spPr>
      </p:pic>
      <p:sp>
        <p:nvSpPr>
          <p:cNvPr id="52" name="Textfeld 51">
            <a:extLst>
              <a:ext uri="{FF2B5EF4-FFF2-40B4-BE49-F238E27FC236}">
                <a16:creationId xmlns:a16="http://schemas.microsoft.com/office/drawing/2014/main" id="{E598A74D-9E09-48E0-ABD5-85FC7E340D2F}"/>
              </a:ext>
            </a:extLst>
          </p:cNvPr>
          <p:cNvSpPr txBox="1"/>
          <p:nvPr/>
        </p:nvSpPr>
        <p:spPr>
          <a:xfrm>
            <a:off x="4020412" y="4473682"/>
            <a:ext cx="2048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Anzahl Aktien:</a:t>
            </a:r>
          </a:p>
        </p:txBody>
      </p:sp>
    </p:spTree>
    <p:extLst>
      <p:ext uri="{BB962C8B-B14F-4D97-AF65-F5344CB8AC3E}">
        <p14:creationId xmlns:p14="http://schemas.microsoft.com/office/powerpoint/2010/main" val="539253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6096000" y="2744510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4064652" y="2647730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6087198" y="2681628"/>
            <a:ext cx="110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6087197" y="3311204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5117652" y="3200925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6078395" y="3248322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Maria </a:t>
            </a:r>
            <a:r>
              <a:rPr lang="de-DE" sz="2400" dirty="0" err="1">
                <a:solidFill>
                  <a:srgbClr val="123250"/>
                </a:solidFill>
              </a:rPr>
              <a:t>Gerbert</a:t>
            </a:r>
            <a:endParaRPr lang="de-DE" sz="24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feld 38">
            <a:extLst>
              <a:ext uri="{FF2B5EF4-FFF2-40B4-BE49-F238E27FC236}">
                <a16:creationId xmlns:a16="http://schemas.microsoft.com/office/drawing/2014/main" id="{CC36CF4B-7EFC-4BC7-8DD7-CF7987FF8D64}"/>
              </a:ext>
            </a:extLst>
          </p:cNvPr>
          <p:cNvSpPr txBox="1"/>
          <p:nvPr/>
        </p:nvSpPr>
        <p:spPr>
          <a:xfrm>
            <a:off x="8306866" y="4503650"/>
            <a:ext cx="1073553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eintragen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6096000" y="3881639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4474445" y="3771542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6087198" y="3818758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12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E833344-B0F4-4753-8D99-18F97E41DB43}"/>
              </a:ext>
            </a:extLst>
          </p:cNvPr>
          <p:cNvSpPr txBox="1"/>
          <p:nvPr/>
        </p:nvSpPr>
        <p:spPr>
          <a:xfrm>
            <a:off x="6113270" y="4416566"/>
            <a:ext cx="397164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0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68CBB6-B49B-446F-B03E-1E6A486896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400" y="3369477"/>
            <a:ext cx="1506219" cy="977050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F46116A3-4EAC-45D1-907C-51205F89FC99}"/>
              </a:ext>
            </a:extLst>
          </p:cNvPr>
          <p:cNvSpPr txBox="1"/>
          <p:nvPr/>
        </p:nvSpPr>
        <p:spPr>
          <a:xfrm>
            <a:off x="6710388" y="4426706"/>
            <a:ext cx="397164" cy="523220"/>
          </a:xfrm>
          <a:prstGeom prst="rect">
            <a:avLst/>
          </a:prstGeom>
          <a:solidFill>
            <a:srgbClr val="C3AAD2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+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E91CA7D-6638-4FDB-9AAD-08321A3EC07E}"/>
              </a:ext>
            </a:extLst>
          </p:cNvPr>
          <p:cNvSpPr txBox="1"/>
          <p:nvPr/>
        </p:nvSpPr>
        <p:spPr>
          <a:xfrm>
            <a:off x="7307506" y="4416566"/>
            <a:ext cx="636692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+ +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DB795211-F7C4-4027-B24A-5701C1BF6AE7}"/>
              </a:ext>
            </a:extLst>
          </p:cNvPr>
          <p:cNvSpPr txBox="1"/>
          <p:nvPr/>
        </p:nvSpPr>
        <p:spPr>
          <a:xfrm>
            <a:off x="5620874" y="4426706"/>
            <a:ext cx="292442" cy="523220"/>
          </a:xfrm>
          <a:prstGeom prst="rect">
            <a:avLst/>
          </a:prstGeom>
          <a:solidFill>
            <a:srgbClr val="FFD719"/>
          </a:solidFill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-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3E563389-E696-46FB-B914-24CCFB52ABE2}"/>
              </a:ext>
            </a:extLst>
          </p:cNvPr>
          <p:cNvSpPr txBox="1"/>
          <p:nvPr/>
        </p:nvSpPr>
        <p:spPr>
          <a:xfrm>
            <a:off x="4911748" y="4413445"/>
            <a:ext cx="509172" cy="523220"/>
          </a:xfrm>
          <a:prstGeom prst="rect">
            <a:avLst/>
          </a:prstGeom>
          <a:solidFill>
            <a:srgbClr val="F0825A"/>
          </a:solidFill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- -</a:t>
            </a:r>
          </a:p>
        </p:txBody>
      </p:sp>
    </p:spTree>
    <p:extLst>
      <p:ext uri="{BB962C8B-B14F-4D97-AF65-F5344CB8AC3E}">
        <p14:creationId xmlns:p14="http://schemas.microsoft.com/office/powerpoint/2010/main" val="267277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6006748" y="1619091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975400" y="1522311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997946" y="1556209"/>
            <a:ext cx="110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997945" y="2185785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5028400" y="2075506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989143" y="2122903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Maria </a:t>
            </a:r>
            <a:r>
              <a:rPr lang="de-DE" sz="2400" dirty="0" err="1">
                <a:solidFill>
                  <a:srgbClr val="123250"/>
                </a:solidFill>
              </a:rPr>
              <a:t>Gerbert</a:t>
            </a:r>
            <a:endParaRPr lang="de-DE" sz="24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6006748" y="2756220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4385193" y="2646123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997946" y="2693339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68CBB6-B49B-446F-B03E-1E6A486896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602" y="1815056"/>
            <a:ext cx="1506219" cy="977050"/>
          </a:xfrm>
          <a:prstGeom prst="rect">
            <a:avLst/>
          </a:prstGeom>
        </p:spPr>
      </p:pic>
      <p:graphicFrame>
        <p:nvGraphicFramePr>
          <p:cNvPr id="2" name="Tabelle 2">
            <a:extLst>
              <a:ext uri="{FF2B5EF4-FFF2-40B4-BE49-F238E27FC236}">
                <a16:creationId xmlns:a16="http://schemas.microsoft.com/office/drawing/2014/main" id="{A255202F-EADD-4AF9-9DF5-8D20790D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470269"/>
              </p:ext>
            </p:extLst>
          </p:nvPr>
        </p:nvGraphicFramePr>
        <p:xfrm>
          <a:off x="2045006" y="3518741"/>
          <a:ext cx="5418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08660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2605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Aktiennummer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Wert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973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14363849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2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6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96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23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61"/>
                  </a:ext>
                </a:extLst>
              </a:tr>
            </a:tbl>
          </a:graphicData>
        </a:graphic>
      </p:graphicFrame>
      <p:sp>
        <p:nvSpPr>
          <p:cNvPr id="37" name="Textfeld 36">
            <a:extLst>
              <a:ext uri="{FF2B5EF4-FFF2-40B4-BE49-F238E27FC236}">
                <a16:creationId xmlns:a16="http://schemas.microsoft.com/office/drawing/2014/main" id="{7DFB37AC-1E03-4B28-BE37-AB1ED874C782}"/>
              </a:ext>
            </a:extLst>
          </p:cNvPr>
          <p:cNvSpPr txBox="1"/>
          <p:nvPr/>
        </p:nvSpPr>
        <p:spPr>
          <a:xfrm>
            <a:off x="7565899" y="3904101"/>
            <a:ext cx="1146301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verkaufen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759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6006748" y="1619091"/>
            <a:ext cx="2023104" cy="330836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975400" y="1522311"/>
            <a:ext cx="2378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Kontonummer: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5997946" y="1556209"/>
            <a:ext cx="110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F7ZTF0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164109E-6DFB-4101-AF09-3E6D4A229B65}"/>
              </a:ext>
            </a:extLst>
          </p:cNvPr>
          <p:cNvSpPr/>
          <p:nvPr/>
        </p:nvSpPr>
        <p:spPr>
          <a:xfrm>
            <a:off x="5997945" y="2185785"/>
            <a:ext cx="2641507" cy="33780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700ABFD-2AF7-408E-8DF1-296C7EA1FC05}"/>
              </a:ext>
            </a:extLst>
          </p:cNvPr>
          <p:cNvSpPr txBox="1"/>
          <p:nvPr/>
        </p:nvSpPr>
        <p:spPr>
          <a:xfrm>
            <a:off x="5028400" y="2075506"/>
            <a:ext cx="1174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Name: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7FBF73-A1CE-4BFA-B64D-D6BCE13B3001}"/>
              </a:ext>
            </a:extLst>
          </p:cNvPr>
          <p:cNvSpPr txBox="1"/>
          <p:nvPr/>
        </p:nvSpPr>
        <p:spPr>
          <a:xfrm>
            <a:off x="5989143" y="2122903"/>
            <a:ext cx="198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Maria </a:t>
            </a:r>
            <a:r>
              <a:rPr lang="de-DE" sz="2400" dirty="0" err="1">
                <a:solidFill>
                  <a:srgbClr val="123250"/>
                </a:solidFill>
              </a:rPr>
              <a:t>Gerbert</a:t>
            </a:r>
            <a:endParaRPr lang="de-DE" sz="2400" dirty="0">
              <a:solidFill>
                <a:srgbClr val="123250"/>
              </a:solidFill>
            </a:endParaRP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Rechteck 39">
            <a:extLst>
              <a:ext uri="{FF2B5EF4-FFF2-40B4-BE49-F238E27FC236}">
                <a16:creationId xmlns:a16="http://schemas.microsoft.com/office/drawing/2014/main" id="{B016CAEE-9F06-43B4-8F66-788FDF4C0EFC}"/>
              </a:ext>
            </a:extLst>
          </p:cNvPr>
          <p:cNvSpPr/>
          <p:nvPr/>
        </p:nvSpPr>
        <p:spPr>
          <a:xfrm>
            <a:off x="6006748" y="2756220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DCFBBD5-5A45-43EC-A64C-5E7775ABCCB6}"/>
              </a:ext>
            </a:extLst>
          </p:cNvPr>
          <p:cNvSpPr txBox="1"/>
          <p:nvPr/>
        </p:nvSpPr>
        <p:spPr>
          <a:xfrm>
            <a:off x="4385193" y="2646123"/>
            <a:ext cx="1946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59776D-D606-4C4F-9A82-0EE710A0796D}"/>
              </a:ext>
            </a:extLst>
          </p:cNvPr>
          <p:cNvSpPr txBox="1"/>
          <p:nvPr/>
        </p:nvSpPr>
        <p:spPr>
          <a:xfrm>
            <a:off x="5997946" y="2693339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12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68CBB6-B49B-446F-B03E-1E6A486896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877" y="2057321"/>
            <a:ext cx="1506219" cy="977050"/>
          </a:xfrm>
          <a:prstGeom prst="rect">
            <a:avLst/>
          </a:prstGeom>
        </p:spPr>
      </p:pic>
      <p:graphicFrame>
        <p:nvGraphicFramePr>
          <p:cNvPr id="2" name="Tabelle 2">
            <a:extLst>
              <a:ext uri="{FF2B5EF4-FFF2-40B4-BE49-F238E27FC236}">
                <a16:creationId xmlns:a16="http://schemas.microsoft.com/office/drawing/2014/main" id="{A255202F-EADD-4AF9-9DF5-8D20790D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258483"/>
              </p:ext>
            </p:extLst>
          </p:nvPr>
        </p:nvGraphicFramePr>
        <p:xfrm>
          <a:off x="1874586" y="3866848"/>
          <a:ext cx="5418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8086601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2605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Aktiennummer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Wert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973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2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6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96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23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61"/>
                  </a:ext>
                </a:extLst>
              </a:tr>
            </a:tbl>
          </a:graphicData>
        </a:graphic>
      </p:graphicFrame>
      <p:sp>
        <p:nvSpPr>
          <p:cNvPr id="38" name="Textfeld 37">
            <a:extLst>
              <a:ext uri="{FF2B5EF4-FFF2-40B4-BE49-F238E27FC236}">
                <a16:creationId xmlns:a16="http://schemas.microsoft.com/office/drawing/2014/main" id="{A24F0CFD-1502-4D78-9AFF-49EC717228BA}"/>
              </a:ext>
            </a:extLst>
          </p:cNvPr>
          <p:cNvSpPr txBox="1"/>
          <p:nvPr/>
        </p:nvSpPr>
        <p:spPr>
          <a:xfrm>
            <a:off x="7822743" y="5722556"/>
            <a:ext cx="816709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Fertig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C5AB73A-AA7A-45BA-921A-4CCEBAE8433D}"/>
              </a:ext>
            </a:extLst>
          </p:cNvPr>
          <p:cNvSpPr/>
          <p:nvPr/>
        </p:nvSpPr>
        <p:spPr>
          <a:xfrm>
            <a:off x="6006748" y="3281298"/>
            <a:ext cx="1286504" cy="32849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7DB8FDD-5F02-4931-B466-E45B97391E68}"/>
              </a:ext>
            </a:extLst>
          </p:cNvPr>
          <p:cNvSpPr txBox="1"/>
          <p:nvPr/>
        </p:nvSpPr>
        <p:spPr>
          <a:xfrm>
            <a:off x="3830394" y="3171201"/>
            <a:ext cx="2501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F04F3A4-A5AE-4F9F-8D87-696C010CF2CD}"/>
              </a:ext>
            </a:extLst>
          </p:cNvPr>
          <p:cNvSpPr txBox="1"/>
          <p:nvPr/>
        </p:nvSpPr>
        <p:spPr>
          <a:xfrm>
            <a:off x="5997946" y="3218417"/>
            <a:ext cx="499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12325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33739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1854538-E600-4EDD-9896-BC0702DF2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766" y="2301160"/>
            <a:ext cx="1708865" cy="1708865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C5C96388-6C9F-44ED-9423-4711A56613DE}"/>
              </a:ext>
            </a:extLst>
          </p:cNvPr>
          <p:cNvSpPr txBox="1"/>
          <p:nvPr/>
        </p:nvSpPr>
        <p:spPr>
          <a:xfrm>
            <a:off x="4402654" y="4241511"/>
            <a:ext cx="2241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>
                <a:solidFill>
                  <a:srgbClr val="123250"/>
                </a:solidFill>
              </a:rPr>
              <a:t>Die Bank wurde gehackt!!!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BF076B0E-8D11-470D-8138-DA61FBB6F6DB}"/>
              </a:ext>
            </a:extLst>
          </p:cNvPr>
          <p:cNvSpPr txBox="1"/>
          <p:nvPr/>
        </p:nvSpPr>
        <p:spPr>
          <a:xfrm>
            <a:off x="6889624" y="4657009"/>
            <a:ext cx="1320926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Bank retten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959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5E68EB7E-39A6-4808-B1A4-30550B914C92}"/>
              </a:ext>
            </a:extLst>
          </p:cNvPr>
          <p:cNvSpPr/>
          <p:nvPr/>
        </p:nvSpPr>
        <p:spPr>
          <a:xfrm>
            <a:off x="1961268" y="1646035"/>
            <a:ext cx="8661399" cy="4534048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768BE38-9747-4899-B470-5CDBC7089DA1}"/>
              </a:ext>
            </a:extLst>
          </p:cNvPr>
          <p:cNvSpPr/>
          <p:nvPr/>
        </p:nvSpPr>
        <p:spPr>
          <a:xfrm>
            <a:off x="3480865" y="2411384"/>
            <a:ext cx="5622203" cy="286961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Hier Hacker Angriff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1854538-E600-4EDD-9896-BC0702DF2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22" y="3043402"/>
            <a:ext cx="1163845" cy="116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06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" name="Tabelle 2">
            <a:extLst>
              <a:ext uri="{FF2B5EF4-FFF2-40B4-BE49-F238E27FC236}">
                <a16:creationId xmlns:a16="http://schemas.microsoft.com/office/drawing/2014/main" id="{A255202F-EADD-4AF9-9DF5-8D20790D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584107"/>
              </p:ext>
            </p:extLst>
          </p:nvPr>
        </p:nvGraphicFramePr>
        <p:xfrm>
          <a:off x="3990952" y="2249688"/>
          <a:ext cx="5418666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222">
                  <a:extLst>
                    <a:ext uri="{9D8B030D-6E8A-4147-A177-3AD203B41FA5}">
                      <a16:colId xmlns:a16="http://schemas.microsoft.com/office/drawing/2014/main" val="3980866018"/>
                    </a:ext>
                  </a:extLst>
                </a:gridCol>
                <a:gridCol w="1806222">
                  <a:extLst>
                    <a:ext uri="{9D8B030D-6E8A-4147-A177-3AD203B41FA5}">
                      <a16:colId xmlns:a16="http://schemas.microsoft.com/office/drawing/2014/main" val="726053440"/>
                    </a:ext>
                  </a:extLst>
                </a:gridCol>
                <a:gridCol w="1806222">
                  <a:extLst>
                    <a:ext uri="{9D8B030D-6E8A-4147-A177-3AD203B41FA5}">
                      <a16:colId xmlns:a16="http://schemas.microsoft.com/office/drawing/2014/main" val="1495356355"/>
                    </a:ext>
                  </a:extLst>
                </a:gridCol>
              </a:tblGrid>
              <a:tr h="357577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Position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123250"/>
                          </a:solidFill>
                        </a:rPr>
                        <a:t>Transaktionen</a:t>
                      </a:r>
                    </a:p>
                  </a:txBody>
                  <a:tcPr>
                    <a:solidFill>
                      <a:srgbClr val="19A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973381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23605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63631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964860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232982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61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796023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135986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r>
                        <a:rPr lang="de-DE" dirty="0"/>
                        <a:t>8</a:t>
                      </a:r>
                    </a:p>
                  </a:txBody>
                  <a:tcPr>
                    <a:solidFill>
                      <a:srgbClr val="C3AAD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860977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8C0822D3-579C-4DDF-83FB-14CCB0EE0D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691" y="3227707"/>
            <a:ext cx="1296086" cy="110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76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466EEE10-A56B-4A15-AC37-323929872719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8" name="Grafik 17">
              <a:hlinkClick r:id="rId4" action="ppaction://hlinksldjump"/>
              <a:extLst>
                <a:ext uri="{FF2B5EF4-FFF2-40B4-BE49-F238E27FC236}">
                  <a16:creationId xmlns:a16="http://schemas.microsoft.com/office/drawing/2014/main" id="{60CB1A68-5D61-4419-86D3-20E1D13DF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57DEBCB9-B972-458F-8C8B-579DB40075BC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8A7C3186-916E-4210-93F2-F24F1CFD915F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C36FD81C-659F-4648-A40F-E90C53618DF2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1E65A9-C52E-47DB-B962-12479D292806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DE709B0C-4F2F-4F50-9035-2921747C7C1A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A897D22-E89A-45E4-AFAA-5D9A00EC57C9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330E8F0-1FD9-4C8D-8F2D-DD2BD3A6DA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2" y="3100778"/>
            <a:ext cx="1153078" cy="1320799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5E68EB7E-39A6-4808-B1A4-30550B914C92}"/>
              </a:ext>
            </a:extLst>
          </p:cNvPr>
          <p:cNvSpPr/>
          <p:nvPr/>
        </p:nvSpPr>
        <p:spPr>
          <a:xfrm>
            <a:off x="1961268" y="1646035"/>
            <a:ext cx="8661399" cy="4534048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768BE38-9747-4899-B470-5CDBC7089DA1}"/>
              </a:ext>
            </a:extLst>
          </p:cNvPr>
          <p:cNvSpPr/>
          <p:nvPr/>
        </p:nvSpPr>
        <p:spPr>
          <a:xfrm>
            <a:off x="3480865" y="2411384"/>
            <a:ext cx="5622203" cy="286961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Hier ist dann das Spiel</a:t>
            </a:r>
          </a:p>
        </p:txBody>
      </p:sp>
    </p:spTree>
    <p:extLst>
      <p:ext uri="{BB962C8B-B14F-4D97-AF65-F5344CB8AC3E}">
        <p14:creationId xmlns:p14="http://schemas.microsoft.com/office/powerpoint/2010/main" val="23037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3E51E80-80BA-4585-9AA5-1F363C8822E8}"/>
              </a:ext>
            </a:extLst>
          </p:cNvPr>
          <p:cNvSpPr/>
          <p:nvPr/>
        </p:nvSpPr>
        <p:spPr>
          <a:xfrm>
            <a:off x="5018617" y="2768600"/>
            <a:ext cx="1413615" cy="1320799"/>
          </a:xfrm>
          <a:prstGeom prst="round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213E306-1A79-4425-A7E4-690910279105}"/>
              </a:ext>
            </a:extLst>
          </p:cNvPr>
          <p:cNvSpPr txBox="1"/>
          <p:nvPr/>
        </p:nvSpPr>
        <p:spPr>
          <a:xfrm>
            <a:off x="5315848" y="4099202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123250"/>
                </a:solidFill>
              </a:rPr>
              <a:t>Berufe</a:t>
            </a:r>
          </a:p>
        </p:txBody>
      </p:sp>
      <p:pic>
        <p:nvPicPr>
          <p:cNvPr id="9" name="Grafik 8">
            <a:hlinkClick r:id="rId4" action="ppaction://hlinksldjump"/>
            <a:extLst>
              <a:ext uri="{FF2B5EF4-FFF2-40B4-BE49-F238E27FC236}">
                <a16:creationId xmlns:a16="http://schemas.microsoft.com/office/drawing/2014/main" id="{7B419D3C-CE98-470F-B389-C15DE606F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944" y="2891309"/>
            <a:ext cx="914959" cy="1029193"/>
          </a:xfrm>
          <a:prstGeom prst="rect">
            <a:avLst/>
          </a:prstGeom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6C7487F0-ACF9-4F3D-87BC-2AA9ABAD3D8E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6FE5C4E1-3BB0-497C-934C-8C384A1C9EC4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07EC1C80-B7DC-46B7-9FEA-784652A94FFE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717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95EC5D74-374A-4A35-BAAE-3C2E8391D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27" y="2240284"/>
            <a:ext cx="1351906" cy="1520894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A7B66DFE-E7BB-4A3E-AE48-A43FCB85340E}"/>
              </a:ext>
            </a:extLst>
          </p:cNvPr>
          <p:cNvSpPr/>
          <p:nvPr/>
        </p:nvSpPr>
        <p:spPr>
          <a:xfrm>
            <a:off x="4215757" y="4231113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F83462C-BF48-4EF8-9005-5436E3B91C37}"/>
              </a:ext>
            </a:extLst>
          </p:cNvPr>
          <p:cNvSpPr txBox="1"/>
          <p:nvPr/>
        </p:nvSpPr>
        <p:spPr>
          <a:xfrm>
            <a:off x="3143249" y="4134334"/>
            <a:ext cx="1072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Beruf: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A7E92DFB-FABB-4438-8603-AA55705E4245}"/>
              </a:ext>
            </a:extLst>
          </p:cNvPr>
          <p:cNvSpPr txBox="1"/>
          <p:nvPr/>
        </p:nvSpPr>
        <p:spPr>
          <a:xfrm>
            <a:off x="4206954" y="4168232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pic>
        <p:nvPicPr>
          <p:cNvPr id="28" name="Grafik 27">
            <a:hlinkClick r:id="rId5" action="ppaction://hlinksldjump"/>
            <a:extLst>
              <a:ext uri="{FF2B5EF4-FFF2-40B4-BE49-F238E27FC236}">
                <a16:creationId xmlns:a16="http://schemas.microsoft.com/office/drawing/2014/main" id="{198DE7D2-58B3-41D4-8BC5-9FC1278C83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378" y="4269949"/>
            <a:ext cx="483450" cy="358623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8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10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18128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5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7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F9A98AB1-5725-496C-897B-A67B149092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622" y="3237938"/>
            <a:ext cx="1351906" cy="152089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7BAE479C-8D4F-47A8-9931-817E604B4DE4}"/>
              </a:ext>
            </a:extLst>
          </p:cNvPr>
          <p:cNvSpPr/>
          <p:nvPr/>
        </p:nvSpPr>
        <p:spPr>
          <a:xfrm>
            <a:off x="4983049" y="3833554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DB80DA8-EB06-4158-AE12-2733651DA250}"/>
              </a:ext>
            </a:extLst>
          </p:cNvPr>
          <p:cNvSpPr txBox="1"/>
          <p:nvPr/>
        </p:nvSpPr>
        <p:spPr>
          <a:xfrm>
            <a:off x="3867151" y="3736775"/>
            <a:ext cx="1115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Beruf: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0ED702C-A765-4F2D-80A7-F444ABCFC308}"/>
              </a:ext>
            </a:extLst>
          </p:cNvPr>
          <p:cNvSpPr txBox="1"/>
          <p:nvPr/>
        </p:nvSpPr>
        <p:spPr>
          <a:xfrm>
            <a:off x="4974246" y="3770673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Zahnarzt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E930AD7-BBCB-46F3-BF05-567BDA07B032}"/>
              </a:ext>
            </a:extLst>
          </p:cNvPr>
          <p:cNvSpPr txBox="1"/>
          <p:nvPr/>
        </p:nvSpPr>
        <p:spPr>
          <a:xfrm>
            <a:off x="8443552" y="3861681"/>
            <a:ext cx="1243373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hinzufügen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868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5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7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F9A98AB1-5725-496C-897B-A67B149092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97" y="3235754"/>
            <a:ext cx="1351906" cy="152089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7BAE479C-8D4F-47A8-9931-817E604B4DE4}"/>
              </a:ext>
            </a:extLst>
          </p:cNvPr>
          <p:cNvSpPr/>
          <p:nvPr/>
        </p:nvSpPr>
        <p:spPr>
          <a:xfrm>
            <a:off x="6211774" y="321442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DB80DA8-EB06-4158-AE12-2733651DA250}"/>
              </a:ext>
            </a:extLst>
          </p:cNvPr>
          <p:cNvSpPr txBox="1"/>
          <p:nvPr/>
        </p:nvSpPr>
        <p:spPr>
          <a:xfrm>
            <a:off x="5143500" y="3117650"/>
            <a:ext cx="106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Beruf: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0ED702C-A765-4F2D-80A7-F444ABCFC308}"/>
              </a:ext>
            </a:extLst>
          </p:cNvPr>
          <p:cNvSpPr txBox="1"/>
          <p:nvPr/>
        </p:nvSpPr>
        <p:spPr>
          <a:xfrm>
            <a:off x="6202971" y="315154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Zahnarzt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FB15D87-11E5-44FF-B31A-58788A2FD6A4}"/>
              </a:ext>
            </a:extLst>
          </p:cNvPr>
          <p:cNvSpPr/>
          <p:nvPr/>
        </p:nvSpPr>
        <p:spPr>
          <a:xfrm>
            <a:off x="6211774" y="3806986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8BC2E15-439C-4A7E-824B-F6221FA988F5}"/>
              </a:ext>
            </a:extLst>
          </p:cNvPr>
          <p:cNvSpPr txBox="1"/>
          <p:nvPr/>
        </p:nvSpPr>
        <p:spPr>
          <a:xfrm>
            <a:off x="4276725" y="3710207"/>
            <a:ext cx="193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42F73FE-4115-443F-8C44-47B398790BF1}"/>
              </a:ext>
            </a:extLst>
          </p:cNvPr>
          <p:cNvSpPr txBox="1"/>
          <p:nvPr/>
        </p:nvSpPr>
        <p:spPr>
          <a:xfrm>
            <a:off x="6202971" y="3744105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200 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E930AD7-BBCB-46F3-BF05-567BDA07B032}"/>
              </a:ext>
            </a:extLst>
          </p:cNvPr>
          <p:cNvSpPr txBox="1"/>
          <p:nvPr/>
        </p:nvSpPr>
        <p:spPr>
          <a:xfrm>
            <a:off x="8474888" y="5285988"/>
            <a:ext cx="1088212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einzahlen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06C96C2-4065-4672-BF84-2510FEDB2E73}"/>
              </a:ext>
            </a:extLst>
          </p:cNvPr>
          <p:cNvSpPr/>
          <p:nvPr/>
        </p:nvSpPr>
        <p:spPr>
          <a:xfrm>
            <a:off x="6211774" y="435918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3D74FD5-106F-4BF7-A169-FD846E20A27D}"/>
              </a:ext>
            </a:extLst>
          </p:cNvPr>
          <p:cNvSpPr txBox="1"/>
          <p:nvPr/>
        </p:nvSpPr>
        <p:spPr>
          <a:xfrm>
            <a:off x="3584730" y="4262410"/>
            <a:ext cx="2627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35051F6-A89F-4D19-A398-00EE850CA6C0}"/>
              </a:ext>
            </a:extLst>
          </p:cNvPr>
          <p:cNvSpPr txBox="1"/>
          <p:nvPr/>
        </p:nvSpPr>
        <p:spPr>
          <a:xfrm>
            <a:off x="6202971" y="429630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584BD87-89C4-469F-95AD-9726ADB269BF}"/>
              </a:ext>
            </a:extLst>
          </p:cNvPr>
          <p:cNvSpPr/>
          <p:nvPr/>
        </p:nvSpPr>
        <p:spPr>
          <a:xfrm>
            <a:off x="5175819" y="527192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A2264C7-2037-41ED-BA04-9B0FD38D5436}"/>
              </a:ext>
            </a:extLst>
          </p:cNvPr>
          <p:cNvSpPr txBox="1"/>
          <p:nvPr/>
        </p:nvSpPr>
        <p:spPr>
          <a:xfrm>
            <a:off x="5167016" y="520904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49711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5909B07-E39B-45F6-9780-1BFF1E96C639}"/>
              </a:ext>
            </a:extLst>
          </p:cNvPr>
          <p:cNvGrpSpPr/>
          <p:nvPr/>
        </p:nvGrpSpPr>
        <p:grpSpPr>
          <a:xfrm>
            <a:off x="145006" y="1558729"/>
            <a:ext cx="1531394" cy="369332"/>
            <a:chOff x="9570946" y="1581589"/>
            <a:chExt cx="1528775" cy="369332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1A8610E-4F5A-4FC3-A72A-702A0B3E7B06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6E40F83-4F69-488B-BDEF-21197A304AA8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17" name="Grafik 16">
            <a:hlinkClick r:id="rId5" action="ppaction://hlinksldjump"/>
            <a:extLst>
              <a:ext uri="{FF2B5EF4-FFF2-40B4-BE49-F238E27FC236}">
                <a16:creationId xmlns:a16="http://schemas.microsoft.com/office/drawing/2014/main" id="{D74D84BF-2167-4B71-AC52-EE27182EC2A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"/>
          <a:stretch/>
        </p:blipFill>
        <p:spPr>
          <a:xfrm rot="5400000">
            <a:off x="11376798" y="1374774"/>
            <a:ext cx="613541" cy="707266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1D67E03-18A2-4EA8-9496-8D0B2F2C97A8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19" name="Grafik 18">
              <a:hlinkClick r:id="rId7" action="ppaction://hlinksldjump"/>
              <a:extLst>
                <a:ext uri="{FF2B5EF4-FFF2-40B4-BE49-F238E27FC236}">
                  <a16:creationId xmlns:a16="http://schemas.microsoft.com/office/drawing/2014/main" id="{551DBD3A-A44B-4913-BDF7-B5E42CA839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4294C25-8C5B-4F09-91C6-861C5EAEA906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A1CC25F-6BEF-4906-A844-7F5B1232A36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65D2B5E-9B83-40EA-A784-352EA7C9DD70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F9A98AB1-5725-496C-897B-A67B149092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22" y="3235754"/>
            <a:ext cx="1351906" cy="1520894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7BAE479C-8D4F-47A8-9931-817E604B4DE4}"/>
              </a:ext>
            </a:extLst>
          </p:cNvPr>
          <p:cNvSpPr/>
          <p:nvPr/>
        </p:nvSpPr>
        <p:spPr>
          <a:xfrm>
            <a:off x="6259399" y="321442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DB80DA8-EB06-4158-AE12-2733651DA250}"/>
              </a:ext>
            </a:extLst>
          </p:cNvPr>
          <p:cNvSpPr txBox="1"/>
          <p:nvPr/>
        </p:nvSpPr>
        <p:spPr>
          <a:xfrm>
            <a:off x="5191125" y="3117650"/>
            <a:ext cx="1068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Beruf: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0ED702C-A765-4F2D-80A7-F444ABCFC308}"/>
              </a:ext>
            </a:extLst>
          </p:cNvPr>
          <p:cNvSpPr txBox="1"/>
          <p:nvPr/>
        </p:nvSpPr>
        <p:spPr>
          <a:xfrm>
            <a:off x="6250596" y="315154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Zahnarzt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FB15D87-11E5-44FF-B31A-58788A2FD6A4}"/>
              </a:ext>
            </a:extLst>
          </p:cNvPr>
          <p:cNvSpPr/>
          <p:nvPr/>
        </p:nvSpPr>
        <p:spPr>
          <a:xfrm>
            <a:off x="6259399" y="3806986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A8BC2E15-439C-4A7E-824B-F6221FA988F5}"/>
              </a:ext>
            </a:extLst>
          </p:cNvPr>
          <p:cNvSpPr txBox="1"/>
          <p:nvPr/>
        </p:nvSpPr>
        <p:spPr>
          <a:xfrm>
            <a:off x="4324350" y="3710207"/>
            <a:ext cx="193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C42F73FE-4115-443F-8C44-47B398790BF1}"/>
              </a:ext>
            </a:extLst>
          </p:cNvPr>
          <p:cNvSpPr txBox="1"/>
          <p:nvPr/>
        </p:nvSpPr>
        <p:spPr>
          <a:xfrm>
            <a:off x="6250596" y="3744105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200 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E930AD7-BBCB-46F3-BF05-567BDA07B032}"/>
              </a:ext>
            </a:extLst>
          </p:cNvPr>
          <p:cNvSpPr txBox="1"/>
          <p:nvPr/>
        </p:nvSpPr>
        <p:spPr>
          <a:xfrm>
            <a:off x="8522513" y="5285988"/>
            <a:ext cx="1088212" cy="369332"/>
          </a:xfrm>
          <a:prstGeom prst="rect">
            <a:avLst/>
          </a:prstGeom>
          <a:solidFill>
            <a:srgbClr val="123250"/>
          </a:solidFill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einzahlen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06C96C2-4065-4672-BF84-2510FEDB2E73}"/>
              </a:ext>
            </a:extLst>
          </p:cNvPr>
          <p:cNvSpPr/>
          <p:nvPr/>
        </p:nvSpPr>
        <p:spPr>
          <a:xfrm>
            <a:off x="6259399" y="4359189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53D74FD5-106F-4BF7-A169-FD846E20A27D}"/>
              </a:ext>
            </a:extLst>
          </p:cNvPr>
          <p:cNvSpPr txBox="1"/>
          <p:nvPr/>
        </p:nvSpPr>
        <p:spPr>
          <a:xfrm>
            <a:off x="3632355" y="4262410"/>
            <a:ext cx="2627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 neu: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35051F6-A89F-4D19-A398-00EE850CA6C0}"/>
              </a:ext>
            </a:extLst>
          </p:cNvPr>
          <p:cNvSpPr txBox="1"/>
          <p:nvPr/>
        </p:nvSpPr>
        <p:spPr>
          <a:xfrm>
            <a:off x="6250596" y="429630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300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584BD87-89C4-469F-95AD-9726ADB269BF}"/>
              </a:ext>
            </a:extLst>
          </p:cNvPr>
          <p:cNvSpPr/>
          <p:nvPr/>
        </p:nvSpPr>
        <p:spPr>
          <a:xfrm>
            <a:off x="5223444" y="5271925"/>
            <a:ext cx="2992138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A2264C7-2037-41ED-BA04-9B0FD38D5436}"/>
              </a:ext>
            </a:extLst>
          </p:cNvPr>
          <p:cNvSpPr txBox="1"/>
          <p:nvPr/>
        </p:nvSpPr>
        <p:spPr>
          <a:xfrm>
            <a:off x="5214641" y="5209044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66644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713" y="2915470"/>
            <a:ext cx="2069850" cy="310462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A2F161CF-724E-43D0-9555-4A81A0A9A27A}"/>
              </a:ext>
            </a:extLst>
          </p:cNvPr>
          <p:cNvSpPr/>
          <p:nvPr/>
        </p:nvSpPr>
        <p:spPr>
          <a:xfrm>
            <a:off x="4257675" y="3517773"/>
            <a:ext cx="3195548" cy="738501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16C8430-0E26-4D58-9DF9-7B987C5722BE}"/>
              </a:ext>
            </a:extLst>
          </p:cNvPr>
          <p:cNvSpPr txBox="1"/>
          <p:nvPr/>
        </p:nvSpPr>
        <p:spPr>
          <a:xfrm>
            <a:off x="4869566" y="3563857"/>
            <a:ext cx="2867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>
                <a:solidFill>
                  <a:srgbClr val="123250"/>
                </a:solidFill>
              </a:rPr>
              <a:t>Tschüss!</a:t>
            </a:r>
          </a:p>
        </p:txBody>
      </p:sp>
    </p:spTree>
    <p:extLst>
      <p:ext uri="{BB962C8B-B14F-4D97-AF65-F5344CB8AC3E}">
        <p14:creationId xmlns:p14="http://schemas.microsoft.com/office/powerpoint/2010/main" val="4182466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919222" y="2127828"/>
            <a:ext cx="5622203" cy="286961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366AF1C-9F9D-4E20-97C1-552F224C8798}"/>
              </a:ext>
            </a:extLst>
          </p:cNvPr>
          <p:cNvSpPr/>
          <p:nvPr/>
        </p:nvSpPr>
        <p:spPr>
          <a:xfrm>
            <a:off x="6197281" y="1286933"/>
            <a:ext cx="4910667" cy="4563534"/>
          </a:xfrm>
          <a:prstGeom prst="rect">
            <a:avLst/>
          </a:prstGeom>
          <a:solidFill>
            <a:srgbClr val="1232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38FDD72-0EEF-4925-8FF3-79CBA99C7B16}"/>
              </a:ext>
            </a:extLst>
          </p:cNvPr>
          <p:cNvSpPr/>
          <p:nvPr/>
        </p:nvSpPr>
        <p:spPr>
          <a:xfrm>
            <a:off x="7899082" y="3398312"/>
            <a:ext cx="2621192" cy="73183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4CF06FF-D4C1-428B-90A8-DEF3C27B9E16}"/>
              </a:ext>
            </a:extLst>
          </p:cNvPr>
          <p:cNvSpPr txBox="1"/>
          <p:nvPr/>
        </p:nvSpPr>
        <p:spPr>
          <a:xfrm>
            <a:off x="8574787" y="3491173"/>
            <a:ext cx="1269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Berufe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EB42D8D-D5D9-4863-9517-47E41B0C2427}"/>
              </a:ext>
            </a:extLst>
          </p:cNvPr>
          <p:cNvSpPr/>
          <p:nvPr/>
        </p:nvSpPr>
        <p:spPr>
          <a:xfrm>
            <a:off x="7899082" y="2187037"/>
            <a:ext cx="2621192" cy="73183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93E6313-1374-4483-9A75-68C68D42FC2E}"/>
              </a:ext>
            </a:extLst>
          </p:cNvPr>
          <p:cNvSpPr txBox="1"/>
          <p:nvPr/>
        </p:nvSpPr>
        <p:spPr>
          <a:xfrm>
            <a:off x="8219183" y="2279898"/>
            <a:ext cx="2092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Privatperson</a:t>
            </a:r>
            <a:endParaRPr lang="de-DE" sz="2800" dirty="0">
              <a:solidFill>
                <a:schemeClr val="bg1"/>
              </a:solidFill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57489F1-1FF9-4465-B954-FD020AF99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964" y="2004789"/>
            <a:ext cx="964921" cy="1085537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824C1CE-0E1B-41CA-BF74-6F016F999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476" y="3275536"/>
            <a:ext cx="992702" cy="991653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3139450E-4BCF-47AA-8155-CB5C42CE7631}"/>
              </a:ext>
            </a:extLst>
          </p:cNvPr>
          <p:cNvSpPr/>
          <p:nvPr/>
        </p:nvSpPr>
        <p:spPr>
          <a:xfrm>
            <a:off x="6930865" y="1568083"/>
            <a:ext cx="689450" cy="229905"/>
          </a:xfrm>
          <a:prstGeom prst="rect">
            <a:avLst/>
          </a:prstGeom>
          <a:solidFill>
            <a:srgbClr val="C3AA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C642139-D511-4C6E-9C12-C6963852F237}"/>
              </a:ext>
            </a:extLst>
          </p:cNvPr>
          <p:cNvSpPr/>
          <p:nvPr/>
        </p:nvSpPr>
        <p:spPr>
          <a:xfrm>
            <a:off x="9622627" y="1568081"/>
            <a:ext cx="689450" cy="229905"/>
          </a:xfrm>
          <a:prstGeom prst="rect">
            <a:avLst/>
          </a:prstGeom>
          <a:solidFill>
            <a:srgbClr val="FFD71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38BF2B6-C306-45E4-9ACD-578EF42C2AF0}"/>
              </a:ext>
            </a:extLst>
          </p:cNvPr>
          <p:cNvSpPr/>
          <p:nvPr/>
        </p:nvSpPr>
        <p:spPr>
          <a:xfrm>
            <a:off x="8751899" y="1568082"/>
            <a:ext cx="689450" cy="229905"/>
          </a:xfrm>
          <a:prstGeom prst="rect">
            <a:avLst/>
          </a:prstGeom>
          <a:solidFill>
            <a:srgbClr val="19AA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74F514FD-3471-4914-8A5C-49B4C411CF3B}"/>
              </a:ext>
            </a:extLst>
          </p:cNvPr>
          <p:cNvSpPr/>
          <p:nvPr/>
        </p:nvSpPr>
        <p:spPr>
          <a:xfrm>
            <a:off x="7841382" y="1568083"/>
            <a:ext cx="689450" cy="229905"/>
          </a:xfrm>
          <a:prstGeom prst="rect">
            <a:avLst/>
          </a:prstGeom>
          <a:solidFill>
            <a:srgbClr val="F08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405467" y="2366679"/>
            <a:ext cx="45127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</a:p>
          <a:p>
            <a:pPr algn="ctr"/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6439" y="4228091"/>
            <a:ext cx="2157088" cy="323547"/>
          </a:xfrm>
          <a:prstGeom prst="rect">
            <a:avLst/>
          </a:prstGeom>
        </p:spPr>
      </p:pic>
      <p:sp>
        <p:nvSpPr>
          <p:cNvPr id="38" name="Rechteck 37">
            <a:extLst>
              <a:ext uri="{FF2B5EF4-FFF2-40B4-BE49-F238E27FC236}">
                <a16:creationId xmlns:a16="http://schemas.microsoft.com/office/drawing/2014/main" id="{76362C30-4A35-429E-AC0B-34E58556D2AA}"/>
              </a:ext>
            </a:extLst>
          </p:cNvPr>
          <p:cNvSpPr/>
          <p:nvPr/>
        </p:nvSpPr>
        <p:spPr>
          <a:xfrm>
            <a:off x="7896224" y="4608881"/>
            <a:ext cx="2621192" cy="731838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CA6DDEB-8BAF-4CAC-AB3D-46B8AE79F137}"/>
              </a:ext>
            </a:extLst>
          </p:cNvPr>
          <p:cNvSpPr txBox="1"/>
          <p:nvPr/>
        </p:nvSpPr>
        <p:spPr>
          <a:xfrm>
            <a:off x="8571929" y="4701742"/>
            <a:ext cx="1269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Spiele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FBC3218A-B4DB-4332-9097-48CC5C2B5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584" y="4452399"/>
            <a:ext cx="1166289" cy="1137903"/>
          </a:xfrm>
          <a:prstGeom prst="rect">
            <a:avLst/>
          </a:prstGeom>
        </p:spPr>
      </p:pic>
      <p:pic>
        <p:nvPicPr>
          <p:cNvPr id="23" name="Grafik 22">
            <a:hlinkClick r:id="rId8" action="ppaction://hlinksldjump"/>
            <a:extLst>
              <a:ext uri="{FF2B5EF4-FFF2-40B4-BE49-F238E27FC236}">
                <a16:creationId xmlns:a16="http://schemas.microsoft.com/office/drawing/2014/main" id="{2D20B8DB-ACDF-48CD-A405-A93D3DA386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511" y="892763"/>
            <a:ext cx="483450" cy="35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64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83FEE32-F658-4F05-B77A-170DE3DC660C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9" name="Grafik 8">
              <a:hlinkClick r:id="rId4" action="ppaction://hlinksldjump"/>
              <a:extLst>
                <a:ext uri="{FF2B5EF4-FFF2-40B4-BE49-F238E27FC236}">
                  <a16:creationId xmlns:a16="http://schemas.microsoft.com/office/drawing/2014/main" id="{D75880C5-320B-4C3C-AB70-E54605DA5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1B9A1C3-514A-4E3F-A537-1C819DE0F060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7B12E14-C0DB-4AB8-ACCF-93CF6696841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E114EEC-F190-4E10-B0CB-E2F495EC9055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1" name="Rechteck 20">
            <a:extLst>
              <a:ext uri="{FF2B5EF4-FFF2-40B4-BE49-F238E27FC236}">
                <a16:creationId xmlns:a16="http://schemas.microsoft.com/office/drawing/2014/main" id="{0B016413-32C9-49BE-AFB1-22DE6950FD44}"/>
              </a:ext>
            </a:extLst>
          </p:cNvPr>
          <p:cNvSpPr/>
          <p:nvPr/>
        </p:nvSpPr>
        <p:spPr>
          <a:xfrm>
            <a:off x="4947884" y="4029367"/>
            <a:ext cx="2621192" cy="731838"/>
          </a:xfrm>
          <a:prstGeom prst="rect">
            <a:avLst/>
          </a:prstGeom>
          <a:solidFill>
            <a:srgbClr val="F08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E555F6C-4673-491A-A9B9-E741BA1EACC2}"/>
              </a:ext>
            </a:extLst>
          </p:cNvPr>
          <p:cNvSpPr txBox="1"/>
          <p:nvPr/>
        </p:nvSpPr>
        <p:spPr>
          <a:xfrm>
            <a:off x="5747414" y="4133676"/>
            <a:ext cx="1269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Depot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378789C9-8522-4D83-8C9B-2832FC74A08D}"/>
              </a:ext>
            </a:extLst>
          </p:cNvPr>
          <p:cNvSpPr/>
          <p:nvPr/>
        </p:nvSpPr>
        <p:spPr>
          <a:xfrm>
            <a:off x="4947884" y="2818092"/>
            <a:ext cx="2621192" cy="731838"/>
          </a:xfrm>
          <a:prstGeom prst="rect">
            <a:avLst/>
          </a:prstGeom>
          <a:solidFill>
            <a:srgbClr val="C3AA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2C9E132-B4A9-48F8-A3E9-FC7389B75FE6}"/>
              </a:ext>
            </a:extLst>
          </p:cNvPr>
          <p:cNvSpPr txBox="1"/>
          <p:nvPr/>
        </p:nvSpPr>
        <p:spPr>
          <a:xfrm>
            <a:off x="5476182" y="2922401"/>
            <a:ext cx="2092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Sparbuch</a:t>
            </a:r>
            <a:endParaRPr lang="de-DE" sz="2800" dirty="0">
              <a:solidFill>
                <a:srgbClr val="123250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F8BFA60-79B5-4997-B3D1-ECC3E5E2457A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CD863B5A-A76E-4C27-9318-9902B905ABD5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AD87FAE2-74C3-4247-8A82-8034D739381A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3B4F7460-AAC3-49EE-B2EF-8C78FDE678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041" y="4073958"/>
            <a:ext cx="858508" cy="5568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6C6DBFB-837C-40FF-B3EC-F36D29ECDC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190" y="2761151"/>
            <a:ext cx="735359" cy="78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1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16D01BE3-2151-418E-BEC6-F544192E6B2F}"/>
              </a:ext>
            </a:extLst>
          </p:cNvPr>
          <p:cNvSpPr/>
          <p:nvPr/>
        </p:nvSpPr>
        <p:spPr>
          <a:xfrm>
            <a:off x="0" y="1"/>
            <a:ext cx="12192000" cy="1320799"/>
          </a:xfrm>
          <a:prstGeom prst="rect">
            <a:avLst/>
          </a:prstGeom>
          <a:solidFill>
            <a:srgbClr val="123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13CE5B6-BCE3-4F64-8D81-97D2A9BD6E2D}"/>
              </a:ext>
            </a:extLst>
          </p:cNvPr>
          <p:cNvSpPr txBox="1"/>
          <p:nvPr/>
        </p:nvSpPr>
        <p:spPr>
          <a:xfrm>
            <a:off x="1608667" y="205966"/>
            <a:ext cx="8439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solidFill>
                  <a:srgbClr val="C3AAD2"/>
                </a:solidFill>
              </a:rPr>
              <a:t>S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u</a:t>
            </a:r>
            <a:r>
              <a:rPr lang="de-DE" sz="5400" dirty="0">
                <a:solidFill>
                  <a:srgbClr val="FFD719"/>
                </a:solidFill>
              </a:rPr>
              <a:t>t</a:t>
            </a:r>
            <a:r>
              <a:rPr lang="de-DE" sz="5400" dirty="0">
                <a:solidFill>
                  <a:srgbClr val="C3AAD2"/>
                </a:solidFill>
              </a:rPr>
              <a:t>e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19AAD2"/>
                </a:solidFill>
              </a:rPr>
              <a:t>g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C3AAD2"/>
                </a:solidFill>
              </a:rPr>
              <a:t>r</a:t>
            </a:r>
            <a:r>
              <a:rPr lang="de-DE" sz="5400" dirty="0">
                <a:solidFill>
                  <a:srgbClr val="F0825A"/>
                </a:solidFill>
              </a:rPr>
              <a:t>t</a:t>
            </a:r>
            <a:r>
              <a:rPr lang="de-DE" sz="5400" dirty="0">
                <a:solidFill>
                  <a:srgbClr val="19AAD2"/>
                </a:solidFill>
              </a:rPr>
              <a:t>e</a:t>
            </a:r>
            <a:r>
              <a:rPr lang="de-DE" sz="5400" dirty="0">
                <a:solidFill>
                  <a:srgbClr val="FFD719"/>
                </a:solidFill>
              </a:rPr>
              <a:t>n</a:t>
            </a:r>
            <a:r>
              <a:rPr lang="de-DE" sz="5400" dirty="0"/>
              <a:t> </a:t>
            </a:r>
            <a:r>
              <a:rPr lang="de-DE" sz="5400" dirty="0">
                <a:solidFill>
                  <a:srgbClr val="FFD719"/>
                </a:solidFill>
              </a:rPr>
              <a:t>B</a:t>
            </a:r>
            <a:r>
              <a:rPr lang="de-DE" sz="5400" dirty="0">
                <a:solidFill>
                  <a:srgbClr val="19AAD2"/>
                </a:solidFill>
              </a:rPr>
              <a:t>a</a:t>
            </a:r>
            <a:r>
              <a:rPr lang="de-DE" sz="5400" dirty="0">
                <a:solidFill>
                  <a:srgbClr val="F0825A"/>
                </a:solidFill>
              </a:rPr>
              <a:t>n</a:t>
            </a:r>
            <a:r>
              <a:rPr lang="de-DE" sz="5400" dirty="0">
                <a:solidFill>
                  <a:srgbClr val="C3AAD2"/>
                </a:solidFill>
              </a:rPr>
              <a:t>k</a:t>
            </a:r>
            <a:r>
              <a:rPr lang="de-DE" sz="5400" dirty="0">
                <a:solidFill>
                  <a:srgbClr val="FFD719"/>
                </a:solidFill>
              </a:rPr>
              <a:t>f</a:t>
            </a:r>
            <a:r>
              <a:rPr lang="de-DE" sz="5400" dirty="0">
                <a:solidFill>
                  <a:srgbClr val="19AAD2"/>
                </a:solidFill>
              </a:rPr>
              <a:t>i</a:t>
            </a:r>
            <a:r>
              <a:rPr lang="de-DE" sz="5400" dirty="0">
                <a:solidFill>
                  <a:srgbClr val="F0825A"/>
                </a:solidFill>
              </a:rPr>
              <a:t>l</a:t>
            </a:r>
            <a:r>
              <a:rPr lang="de-DE" sz="5400" dirty="0">
                <a:solidFill>
                  <a:srgbClr val="C3AAD2"/>
                </a:solidFill>
              </a:rPr>
              <a:t>i</a:t>
            </a:r>
            <a:r>
              <a:rPr lang="de-DE" sz="5400" dirty="0">
                <a:solidFill>
                  <a:srgbClr val="FFD719"/>
                </a:solidFill>
              </a:rPr>
              <a:t>a</a:t>
            </a:r>
            <a:r>
              <a:rPr lang="de-DE" sz="5400" dirty="0">
                <a:solidFill>
                  <a:srgbClr val="19AAD2"/>
                </a:solidFill>
              </a:rPr>
              <a:t>l</a:t>
            </a:r>
            <a:r>
              <a:rPr lang="de-DE" sz="5400" dirty="0">
                <a:solidFill>
                  <a:srgbClr val="F0825A"/>
                </a:solidFill>
              </a:rPr>
              <a:t>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065B3DF-91AE-4121-83ED-2BAB5EDC6BFE}"/>
              </a:ext>
            </a:extLst>
          </p:cNvPr>
          <p:cNvSpPr/>
          <p:nvPr/>
        </p:nvSpPr>
        <p:spPr>
          <a:xfrm>
            <a:off x="160549" y="6312717"/>
            <a:ext cx="40640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hlinkClick r:id="rId2" action="ppaction://hlinksldjump"/>
            <a:extLst>
              <a:ext uri="{FF2B5EF4-FFF2-40B4-BE49-F238E27FC236}">
                <a16:creationId xmlns:a16="http://schemas.microsoft.com/office/drawing/2014/main" id="{81F8D1F1-1BE1-4288-ADD0-E5DA548EB31A}"/>
              </a:ext>
            </a:extLst>
          </p:cNvPr>
          <p:cNvSpPr txBox="1"/>
          <p:nvPr/>
        </p:nvSpPr>
        <p:spPr>
          <a:xfrm>
            <a:off x="211666" y="6312717"/>
            <a:ext cx="40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1232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</a:t>
            </a:r>
            <a:endParaRPr lang="de-DE" dirty="0">
              <a:solidFill>
                <a:srgbClr val="123250"/>
              </a:solidFill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1F47155-E0C0-4F5B-A812-127C547720A8}"/>
              </a:ext>
            </a:extLst>
          </p:cNvPr>
          <p:cNvSpPr txBox="1"/>
          <p:nvPr/>
        </p:nvSpPr>
        <p:spPr>
          <a:xfrm>
            <a:off x="618066" y="6201556"/>
            <a:ext cx="14136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123250"/>
                </a:solidFill>
              </a:rPr>
              <a:t>Betreuer-Login</a:t>
            </a:r>
            <a:r>
              <a:rPr lang="de-DE" sz="1400" dirty="0"/>
              <a:t>: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3FBE3CF-290C-41B8-8629-997CBBC3D728}"/>
              </a:ext>
            </a:extLst>
          </p:cNvPr>
          <p:cNvSpPr/>
          <p:nvPr/>
        </p:nvSpPr>
        <p:spPr>
          <a:xfrm>
            <a:off x="717185" y="6470416"/>
            <a:ext cx="2186882" cy="211633"/>
          </a:xfrm>
          <a:prstGeom prst="rect">
            <a:avLst/>
          </a:prstGeom>
          <a:noFill/>
          <a:ln>
            <a:solidFill>
              <a:srgbClr val="1232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DF864375-0A24-4618-8A40-A7591A003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352" y="6371587"/>
            <a:ext cx="2069850" cy="310462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83FEE32-F658-4F05-B77A-170DE3DC660C}"/>
              </a:ext>
            </a:extLst>
          </p:cNvPr>
          <p:cNvGrpSpPr/>
          <p:nvPr/>
        </p:nvGrpSpPr>
        <p:grpSpPr>
          <a:xfrm>
            <a:off x="11213253" y="1387860"/>
            <a:ext cx="823949" cy="770377"/>
            <a:chOff x="10639920" y="1597819"/>
            <a:chExt cx="823949" cy="770377"/>
          </a:xfrm>
        </p:grpSpPr>
        <p:pic>
          <p:nvPicPr>
            <p:cNvPr id="9" name="Grafik 8">
              <a:hlinkClick r:id="rId4" action="ppaction://hlinksldjump"/>
              <a:extLst>
                <a:ext uri="{FF2B5EF4-FFF2-40B4-BE49-F238E27FC236}">
                  <a16:creationId xmlns:a16="http://schemas.microsoft.com/office/drawing/2014/main" id="{D75880C5-320B-4C3C-AB70-E54605DA5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60"/>
            <a:stretch/>
          </p:blipFill>
          <p:spPr>
            <a:xfrm rot="5400000">
              <a:off x="10803465" y="1584733"/>
              <a:ext cx="613541" cy="707266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1B9A1C3-514A-4E3F-A537-1C819DE0F060}"/>
                </a:ext>
              </a:extLst>
            </p:cNvPr>
            <p:cNvSpPr/>
            <p:nvPr/>
          </p:nvSpPr>
          <p:spPr>
            <a:xfrm>
              <a:off x="10725150" y="1597819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7B12E14-C0DB-4AB8-ACCF-93CF6696841D}"/>
                </a:ext>
              </a:extLst>
            </p:cNvPr>
            <p:cNvSpPr/>
            <p:nvPr/>
          </p:nvSpPr>
          <p:spPr>
            <a:xfrm>
              <a:off x="10698956" y="2113402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E114EEC-F190-4E10-B0CB-E2F495EC9055}"/>
                </a:ext>
              </a:extLst>
            </p:cNvPr>
            <p:cNvSpPr/>
            <p:nvPr/>
          </p:nvSpPr>
          <p:spPr>
            <a:xfrm>
              <a:off x="10639920" y="1852613"/>
              <a:ext cx="233363" cy="254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F8BFA60-79B5-4997-B3D1-ECC3E5E2457A}"/>
              </a:ext>
            </a:extLst>
          </p:cNvPr>
          <p:cNvGrpSpPr/>
          <p:nvPr/>
        </p:nvGrpSpPr>
        <p:grpSpPr>
          <a:xfrm>
            <a:off x="145006" y="1558729"/>
            <a:ext cx="1528775" cy="369332"/>
            <a:chOff x="9570946" y="1581589"/>
            <a:chExt cx="1528775" cy="369332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CD863B5A-A76E-4C27-9318-9902B905ABD5}"/>
                </a:ext>
              </a:extLst>
            </p:cNvPr>
            <p:cNvSpPr/>
            <p:nvPr/>
          </p:nvSpPr>
          <p:spPr>
            <a:xfrm>
              <a:off x="9570946" y="1658304"/>
              <a:ext cx="1412093" cy="254794"/>
            </a:xfrm>
            <a:prstGeom prst="rect">
              <a:avLst/>
            </a:prstGeom>
            <a:solidFill>
              <a:srgbClr val="37C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AD87FAE2-74C3-4247-8A82-8034D739381A}"/>
                </a:ext>
              </a:extLst>
            </p:cNvPr>
            <p:cNvSpPr txBox="1"/>
            <p:nvPr/>
          </p:nvSpPr>
          <p:spPr>
            <a:xfrm>
              <a:off x="9577441" y="1581589"/>
              <a:ext cx="1522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zur Startseite</a:t>
              </a:r>
              <a:endParaRPr lang="de-DE" dirty="0">
                <a:solidFill>
                  <a:schemeClr val="bg1"/>
                </a:solidFill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A2F161CF-724E-43D0-9555-4A81A0A9A27A}"/>
              </a:ext>
            </a:extLst>
          </p:cNvPr>
          <p:cNvSpPr/>
          <p:nvPr/>
        </p:nvSpPr>
        <p:spPr>
          <a:xfrm>
            <a:off x="5536881" y="2908174"/>
            <a:ext cx="2621192" cy="356414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82E2C1A-94F2-48F4-B5A4-466F7B8B68FC}"/>
              </a:ext>
            </a:extLst>
          </p:cNvPr>
          <p:cNvSpPr txBox="1"/>
          <p:nvPr/>
        </p:nvSpPr>
        <p:spPr>
          <a:xfrm>
            <a:off x="3593056" y="2782252"/>
            <a:ext cx="2092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Kontostand: 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6CD3D15-3045-480A-9375-2207923A6814}"/>
              </a:ext>
            </a:extLst>
          </p:cNvPr>
          <p:cNvSpPr/>
          <p:nvPr/>
        </p:nvSpPr>
        <p:spPr>
          <a:xfrm>
            <a:off x="4564608" y="3663534"/>
            <a:ext cx="4566225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34B7571-9B19-43AF-A563-58971FC21011}"/>
              </a:ext>
            </a:extLst>
          </p:cNvPr>
          <p:cNvSpPr txBox="1"/>
          <p:nvPr/>
        </p:nvSpPr>
        <p:spPr>
          <a:xfrm>
            <a:off x="2783345" y="3607661"/>
            <a:ext cx="1742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einzahlen: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2D0B4F4A-73F8-4E59-AADD-D8C2FD22ABD7}"/>
              </a:ext>
            </a:extLst>
          </p:cNvPr>
          <p:cNvSpPr txBox="1"/>
          <p:nvPr/>
        </p:nvSpPr>
        <p:spPr>
          <a:xfrm>
            <a:off x="4555806" y="3600653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16C8430-0E26-4D58-9DF9-7B987C5722BE}"/>
              </a:ext>
            </a:extLst>
          </p:cNvPr>
          <p:cNvSpPr txBox="1"/>
          <p:nvPr/>
        </p:nvSpPr>
        <p:spPr>
          <a:xfrm>
            <a:off x="5498781" y="2808475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316514DB-4EE8-4A4B-9AF9-355DC4B92D3E}"/>
              </a:ext>
            </a:extLst>
          </p:cNvPr>
          <p:cNvSpPr/>
          <p:nvPr/>
        </p:nvSpPr>
        <p:spPr>
          <a:xfrm>
            <a:off x="4564608" y="4238109"/>
            <a:ext cx="4566225" cy="397459"/>
          </a:xfrm>
          <a:prstGeom prst="rect">
            <a:avLst/>
          </a:prstGeom>
          <a:solidFill>
            <a:srgbClr val="37C3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F912DFC6-19CF-4356-9AC9-C817E2C57EB1}"/>
              </a:ext>
            </a:extLst>
          </p:cNvPr>
          <p:cNvSpPr txBox="1"/>
          <p:nvPr/>
        </p:nvSpPr>
        <p:spPr>
          <a:xfrm>
            <a:off x="2783345" y="4182236"/>
            <a:ext cx="1742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auszahlen: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8CE3B2F-D440-4D3E-9493-5F5C1294C6C2}"/>
              </a:ext>
            </a:extLst>
          </p:cNvPr>
          <p:cNvSpPr txBox="1"/>
          <p:nvPr/>
        </p:nvSpPr>
        <p:spPr>
          <a:xfrm>
            <a:off x="4555806" y="4175228"/>
            <a:ext cx="2867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</a:rPr>
              <a:t>….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44C55FEF-0908-4475-8816-452BF6829022}"/>
              </a:ext>
            </a:extLst>
          </p:cNvPr>
          <p:cNvSpPr/>
          <p:nvPr/>
        </p:nvSpPr>
        <p:spPr>
          <a:xfrm>
            <a:off x="2325828" y="3691661"/>
            <a:ext cx="406400" cy="3693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D5BF9C9D-E9A2-4CE5-8E17-2D1E2008E142}"/>
              </a:ext>
            </a:extLst>
          </p:cNvPr>
          <p:cNvSpPr txBox="1"/>
          <p:nvPr/>
        </p:nvSpPr>
        <p:spPr>
          <a:xfrm>
            <a:off x="2376945" y="3691661"/>
            <a:ext cx="256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+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55A69EDD-465E-47C2-95EF-1B9FBB663709}"/>
              </a:ext>
            </a:extLst>
          </p:cNvPr>
          <p:cNvSpPr/>
          <p:nvPr/>
        </p:nvSpPr>
        <p:spPr>
          <a:xfrm>
            <a:off x="2325828" y="4315552"/>
            <a:ext cx="40640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17CBF8DD-569A-474B-8D98-0D996C95050F}"/>
              </a:ext>
            </a:extLst>
          </p:cNvPr>
          <p:cNvSpPr txBox="1"/>
          <p:nvPr/>
        </p:nvSpPr>
        <p:spPr>
          <a:xfrm>
            <a:off x="2376945" y="4197250"/>
            <a:ext cx="256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_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70C66E14-B7AE-474D-84EB-DE2CF7716844}"/>
              </a:ext>
            </a:extLst>
          </p:cNvPr>
          <p:cNvSpPr/>
          <p:nvPr/>
        </p:nvSpPr>
        <p:spPr>
          <a:xfrm>
            <a:off x="9285566" y="3663534"/>
            <a:ext cx="1611034" cy="39745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C28CDB6-540B-455D-8EF0-57E29B742F3C}"/>
              </a:ext>
            </a:extLst>
          </p:cNvPr>
          <p:cNvSpPr txBox="1"/>
          <p:nvPr/>
        </p:nvSpPr>
        <p:spPr>
          <a:xfrm>
            <a:off x="9285566" y="3598339"/>
            <a:ext cx="161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speichern</a:t>
            </a:r>
            <a:endParaRPr lang="de-DE" sz="2800" dirty="0">
              <a:solidFill>
                <a:srgbClr val="123250"/>
              </a:solidFill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D2E4724-D4F8-40A6-86EE-DE121BB148E0}"/>
              </a:ext>
            </a:extLst>
          </p:cNvPr>
          <p:cNvSpPr/>
          <p:nvPr/>
        </p:nvSpPr>
        <p:spPr>
          <a:xfrm>
            <a:off x="9285566" y="4247431"/>
            <a:ext cx="1611034" cy="3974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4ACF9CF-441B-425F-B3F5-71B3CCB0932E}"/>
              </a:ext>
            </a:extLst>
          </p:cNvPr>
          <p:cNvSpPr txBox="1"/>
          <p:nvPr/>
        </p:nvSpPr>
        <p:spPr>
          <a:xfrm>
            <a:off x="9285566" y="4161664"/>
            <a:ext cx="1611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rgbClr val="12325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speichern</a:t>
            </a:r>
            <a:endParaRPr lang="de-DE" sz="2800" dirty="0">
              <a:solidFill>
                <a:srgbClr val="1232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64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Breitbild</PresentationFormat>
  <Paragraphs>308</Paragraphs>
  <Slides>29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Waldschmidt, Eva</dc:creator>
  <cp:lastModifiedBy>Waldschmidt, Eva</cp:lastModifiedBy>
  <cp:revision>97</cp:revision>
  <dcterms:created xsi:type="dcterms:W3CDTF">2025-08-01T07:13:13Z</dcterms:created>
  <dcterms:modified xsi:type="dcterms:W3CDTF">2025-09-18T13:02:40Z</dcterms:modified>
</cp:coreProperties>
</file>